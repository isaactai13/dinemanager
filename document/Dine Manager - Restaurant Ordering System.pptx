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30" r:id="rId4"/>
    <p:sldMasterId id="2147483731" r:id="rId5"/>
    <p:sldMasterId id="2147483732" r:id="rId6"/>
    <p:sldMasterId id="214748373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Lst>
  <p:sldSz cy="5143500" cx="9144000"/>
  <p:notesSz cx="6858000" cy="9144000"/>
  <p:embeddedFontLst>
    <p:embeddedFont>
      <p:font typeface="Hanken Grotesk Medium"/>
      <p:regular r:id="rId27"/>
      <p:bold r:id="rId28"/>
      <p:italic r:id="rId29"/>
      <p:boldItalic r:id="rId30"/>
    </p:embeddedFont>
    <p:embeddedFont>
      <p:font typeface="Hanken Grotesk"/>
      <p:regular r:id="rId31"/>
      <p:bold r:id="rId32"/>
      <p:italic r:id="rId33"/>
      <p:boldItalic r:id="rId34"/>
    </p:embeddedFont>
    <p:embeddedFont>
      <p:font typeface="Libre Franklin"/>
      <p:regular r:id="rId35"/>
      <p:bold r:id="rId36"/>
      <p:italic r:id="rId37"/>
      <p:boldItalic r:id="rId38"/>
    </p:embeddedFont>
    <p:embeddedFont>
      <p:font typeface="Hanken Grotesk SemiBold"/>
      <p:regular r:id="rId39"/>
      <p:bold r:id="rId40"/>
      <p:italic r:id="rId41"/>
      <p:boldItalic r:id="rId42"/>
    </p:embeddedFont>
    <p:embeddedFont>
      <p:font typeface="Inter"/>
      <p:regular r:id="rId43"/>
      <p:bold r:id="rId44"/>
      <p:italic r:id="rId45"/>
      <p:boldItalic r:id="rId46"/>
    </p:embeddedFont>
    <p:embeddedFont>
      <p:font typeface="Libre Franklin Medium"/>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ankenGroteskSemiBold-bold.fntdata"/><Relationship Id="rId42" Type="http://schemas.openxmlformats.org/officeDocument/2006/relationships/font" Target="fonts/HankenGroteskSemiBold-boldItalic.fntdata"/><Relationship Id="rId41" Type="http://schemas.openxmlformats.org/officeDocument/2006/relationships/font" Target="fonts/HankenGroteskSemiBold-italic.fntdata"/><Relationship Id="rId44" Type="http://schemas.openxmlformats.org/officeDocument/2006/relationships/font" Target="fonts/Inter-bold.fntdata"/><Relationship Id="rId43" Type="http://schemas.openxmlformats.org/officeDocument/2006/relationships/font" Target="fonts/Inter-regular.fntdata"/><Relationship Id="rId46" Type="http://schemas.openxmlformats.org/officeDocument/2006/relationships/font" Target="fonts/Inter-boldItalic.fntdata"/><Relationship Id="rId45" Type="http://schemas.openxmlformats.org/officeDocument/2006/relationships/font" Target="fonts/Inter-italic.fntdata"/><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font" Target="fonts/LibreFranklinMedium-bold.fntdata"/><Relationship Id="rId47" Type="http://schemas.openxmlformats.org/officeDocument/2006/relationships/font" Target="fonts/LibreFranklinMedium-regular.fntdata"/><Relationship Id="rId49" Type="http://schemas.openxmlformats.org/officeDocument/2006/relationships/font" Target="fonts/LibreFranklinMedium-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font" Target="fonts/HankenGrotesk-regular.fntdata"/><Relationship Id="rId30" Type="http://schemas.openxmlformats.org/officeDocument/2006/relationships/font" Target="fonts/HankenGroteskMedium-boldItalic.fntdata"/><Relationship Id="rId33" Type="http://schemas.openxmlformats.org/officeDocument/2006/relationships/font" Target="fonts/HankenGrotesk-italic.fntdata"/><Relationship Id="rId32" Type="http://schemas.openxmlformats.org/officeDocument/2006/relationships/font" Target="fonts/HankenGrotesk-bold.fntdata"/><Relationship Id="rId35" Type="http://schemas.openxmlformats.org/officeDocument/2006/relationships/font" Target="fonts/LibreFranklin-regular.fntdata"/><Relationship Id="rId34" Type="http://schemas.openxmlformats.org/officeDocument/2006/relationships/font" Target="fonts/HankenGrotesk-boldItalic.fntdata"/><Relationship Id="rId37" Type="http://schemas.openxmlformats.org/officeDocument/2006/relationships/font" Target="fonts/LibreFranklin-italic.fntdata"/><Relationship Id="rId36" Type="http://schemas.openxmlformats.org/officeDocument/2006/relationships/font" Target="fonts/LibreFranklin-bold.fntdata"/><Relationship Id="rId39" Type="http://schemas.openxmlformats.org/officeDocument/2006/relationships/font" Target="fonts/HankenGroteskSemiBold-regular.fntdata"/><Relationship Id="rId38" Type="http://schemas.openxmlformats.org/officeDocument/2006/relationships/font" Target="fonts/LibreFranklin-boldItalic.fnt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font" Target="fonts/HankenGroteskMedium-bold.fntdata"/><Relationship Id="rId27" Type="http://schemas.openxmlformats.org/officeDocument/2006/relationships/font" Target="fonts/HankenGroteskMedium-regular.fntdata"/><Relationship Id="rId29" Type="http://schemas.openxmlformats.org/officeDocument/2006/relationships/font" Target="fonts/HankenGroteskMedium-italic.fntdata"/><Relationship Id="rId50" Type="http://schemas.openxmlformats.org/officeDocument/2006/relationships/font" Target="fonts/LibreFranklinMedium-boldItalic.fntdata"/><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SLIDES_API172085528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SLIDES_API172085528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SLIDES_API1720855288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SLIDES_API1720855288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SLIDES_API1720855288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SLIDES_API1720855288_2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SLIDES_API1720855288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SLIDES_API1720855288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so to design customer ordering system, </a:t>
            </a:r>
            <a:endParaRPr/>
          </a:p>
          <a:p>
            <a:pPr indent="0" lvl="0" marL="0" rtl="0" algn="l">
              <a:spcBef>
                <a:spcPts val="0"/>
              </a:spcBef>
              <a:spcAft>
                <a:spcPts val="0"/>
              </a:spcAft>
              <a:buNone/>
            </a:pPr>
            <a:r>
              <a:rPr lang="zh-TW"/>
              <a:t>we use JAVA fx UI component ListView to show all the available menu items,</a:t>
            </a:r>
            <a:endParaRPr/>
          </a:p>
          <a:p>
            <a:pPr indent="0" lvl="0" marL="0" rtl="0" algn="l">
              <a:spcBef>
                <a:spcPts val="0"/>
              </a:spcBef>
              <a:spcAft>
                <a:spcPts val="0"/>
              </a:spcAft>
              <a:buNone/>
            </a:pPr>
            <a:r>
              <a:rPr lang="zh-TW"/>
              <a:t>and use tableview to show added items in shopping cart </a:t>
            </a:r>
            <a:endParaRPr/>
          </a:p>
          <a:p>
            <a:pPr indent="0" lvl="0" marL="0" rtl="0" algn="l">
              <a:spcBef>
                <a:spcPts val="0"/>
              </a:spcBef>
              <a:spcAft>
                <a:spcPts val="0"/>
              </a:spcAft>
              <a:buNone/>
            </a:pPr>
            <a:r>
              <a:rPr lang="zh-TW"/>
              <a:t>therefore, user can browse the menu, add whatever they want into shopping cart and then checkout</a:t>
            </a:r>
            <a:endParaRPr/>
          </a:p>
          <a:p>
            <a:pPr indent="0" lvl="0" marL="0" rtl="0" algn="l">
              <a:spcBef>
                <a:spcPts val="0"/>
              </a:spcBef>
              <a:spcAft>
                <a:spcPts val="0"/>
              </a:spcAft>
              <a:buNone/>
            </a:pPr>
            <a:r>
              <a:rPr lang="zh-TW"/>
              <a:t>so the main function in this system include browsing menu items, adding or removing cart items and checkout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SLIDES_API1720855288_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SLIDES_API1720855288_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and in the implementation of hash table ADT</a:t>
            </a:r>
            <a:endParaRPr/>
          </a:p>
          <a:p>
            <a:pPr indent="0" lvl="0" marL="0" rtl="0" algn="l">
              <a:spcBef>
                <a:spcPts val="0"/>
              </a:spcBef>
              <a:spcAft>
                <a:spcPts val="0"/>
              </a:spcAft>
              <a:buNone/>
            </a:pPr>
            <a:r>
              <a:rPr lang="zh-TW"/>
              <a:t>I define all the methods including </a:t>
            </a:r>
            <a:r>
              <a:rPr lang="zh-TW">
                <a:solidFill>
                  <a:schemeClr val="dk1"/>
                </a:solidFill>
              </a:rPr>
              <a:t>put, get, containsKey, and remove in HashTableInterface</a:t>
            </a:r>
            <a:endParaRPr>
              <a:solidFill>
                <a:schemeClr val="dk1"/>
              </a:solidFill>
            </a:endParaRPr>
          </a:p>
          <a:p>
            <a:pPr indent="0" lvl="0" marL="0" rtl="0" algn="l">
              <a:spcBef>
                <a:spcPts val="0"/>
              </a:spcBef>
              <a:spcAft>
                <a:spcPts val="0"/>
              </a:spcAft>
              <a:buNone/>
            </a:pPr>
            <a:r>
              <a:rPr lang="zh-TW">
                <a:solidFill>
                  <a:schemeClr val="dk1"/>
                </a:solidFill>
              </a:rPr>
              <a:t>with generic type (K and V),</a:t>
            </a:r>
            <a:endParaRPr>
              <a:solidFill>
                <a:schemeClr val="dk1"/>
              </a:solidFill>
            </a:endParaRPr>
          </a:p>
          <a:p>
            <a:pPr indent="0" lvl="0" marL="0" rtl="0" algn="l">
              <a:spcBef>
                <a:spcPts val="0"/>
              </a:spcBef>
              <a:spcAft>
                <a:spcPts val="0"/>
              </a:spcAft>
              <a:buNone/>
            </a:pPr>
            <a:r>
              <a:rPr lang="zh-TW">
                <a:solidFill>
                  <a:schemeClr val="dk1"/>
                </a:solidFill>
              </a:rPr>
              <a:t>where Key could be each menu item's id, and Value could be MenuItem object</a:t>
            </a:r>
            <a:endParaRPr>
              <a:solidFill>
                <a:schemeClr val="dk1"/>
              </a:solidFill>
            </a:endParaRPr>
          </a:p>
          <a:p>
            <a:pPr indent="0" lvl="0" marL="0" rtl="0" algn="l">
              <a:spcBef>
                <a:spcPts val="0"/>
              </a:spcBef>
              <a:spcAft>
                <a:spcPts val="0"/>
              </a:spcAft>
              <a:buNone/>
            </a:pPr>
            <a:r>
              <a:rPr lang="zh-TW"/>
              <a:t>and then using</a:t>
            </a:r>
            <a:r>
              <a:rPr lang="zh-TW"/>
              <a:t> a MenuHashTable wrapper class to operate on the menu items</a:t>
            </a:r>
            <a:r>
              <a:rPr lang="zh-TW"/>
              <a:t>, </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and once user checkout the order, the order would be added into Priority Queue for Kitchen Management</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SLIDES_API1720855288_8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SLIDES_API1720855288_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SLIDES_API1720855288_10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SLIDES_API1720855288_10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SLIDES_API1720855288_1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SLIDES_API1720855288_1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SLIDES_API1720855288_1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SLIDES_API1720855288_1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SLIDES_API1720855288_1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SLIDES_API1720855288_17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SLIDES_API1720855288_19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SLIDES_API1720855288_19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SLIDES_API1720855288_2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SLIDES_API1720855288_22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SLIDES_API1720855288_2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SLIDES_API1720855288_24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SLIDES_API1720855288_2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SLIDES_API1720855288_2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a849b52cc6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3a849b52cc6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SLIDES_API88783209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SLIDES_API88783209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so for the discussion and reflection part,</a:t>
            </a:r>
            <a:endParaRPr/>
          </a:p>
          <a:p>
            <a:pPr indent="0" lvl="0" marL="0" rtl="0" algn="l">
              <a:spcBef>
                <a:spcPts val="0"/>
              </a:spcBef>
              <a:spcAft>
                <a:spcPts val="0"/>
              </a:spcAft>
              <a:buNone/>
            </a:pPr>
            <a:r>
              <a:rPr lang="zh-TW"/>
              <a:t>we implement MVC architecture to ensure each module is low coupling,</a:t>
            </a:r>
            <a:endParaRPr/>
          </a:p>
          <a:p>
            <a:pPr indent="0" lvl="0" marL="0" rtl="0" algn="l">
              <a:spcBef>
                <a:spcPts val="0"/>
              </a:spcBef>
              <a:spcAft>
                <a:spcPts val="0"/>
              </a:spcAft>
              <a:buNone/>
            </a:pPr>
            <a:r>
              <a:rPr lang="zh-TW"/>
              <a:t>and using centralized DataManager to manage and integrate all data across different data structure</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also, to avoid </a:t>
            </a:r>
            <a:r>
              <a:rPr lang="zh-TW"/>
              <a:t>conflict</a:t>
            </a:r>
            <a:r>
              <a:rPr lang="zh-TW"/>
              <a:t> between duplicate data, we use composite key to handle duplicate price entries</a:t>
            </a:r>
            <a:endParaRPr/>
          </a:p>
          <a:p>
            <a:pPr indent="0" lvl="0" marL="0" rtl="0" algn="l">
              <a:spcBef>
                <a:spcPts val="0"/>
              </a:spcBef>
              <a:spcAft>
                <a:spcPts val="0"/>
              </a:spcAft>
              <a:buNone/>
            </a:pPr>
            <a:r>
              <a:rPr lang="zh-TW"/>
              <a:t>additionally, we implement unit and integration test to make sure each module is robust enough</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SLIDES_API94103974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and to sum up, we successfully integrate three main data structures including </a:t>
            </a:r>
            <a:r>
              <a:rPr lang="zh-TW" sz="1000">
                <a:solidFill>
                  <a:srgbClr val="FF0000"/>
                </a:solidFill>
                <a:latin typeface="Hanken Grotesk"/>
                <a:ea typeface="Hanken Grotesk"/>
                <a:cs typeface="Hanken Grotesk"/>
                <a:sym typeface="Hanken Grotesk"/>
              </a:rPr>
              <a:t>Hash Tables, Priority Queues, and Binary Search Trees with MVC architecture</a:t>
            </a:r>
            <a:r>
              <a:rPr lang="zh-TW">
                <a:solidFill>
                  <a:srgbClr val="201C20"/>
                </a:solidFill>
                <a:latin typeface="Hanken Grotesk"/>
                <a:ea typeface="Hanken Grotesk"/>
                <a:cs typeface="Hanken Grotesk"/>
                <a:sym typeface="Hanken Grotesk"/>
              </a:rPr>
              <a:t>, to well manage our menu and order</a:t>
            </a:r>
            <a:endParaRPr>
              <a:solidFill>
                <a:srgbClr val="201C20"/>
              </a:solidFill>
              <a:latin typeface="Hanken Grotesk"/>
              <a:ea typeface="Hanken Grotesk"/>
              <a:cs typeface="Hanken Grotesk"/>
              <a:sym typeface="Hanken Grotesk"/>
            </a:endParaRPr>
          </a:p>
          <a:p>
            <a:pPr indent="0" lvl="0" marL="0" rtl="0" algn="l">
              <a:spcBef>
                <a:spcPts val="0"/>
              </a:spcBef>
              <a:spcAft>
                <a:spcPts val="0"/>
              </a:spcAft>
              <a:buNone/>
            </a:pPr>
            <a:r>
              <a:t/>
            </a:r>
            <a:endParaRPr>
              <a:solidFill>
                <a:srgbClr val="201C20"/>
              </a:solidFill>
              <a:latin typeface="Hanken Grotesk"/>
              <a:ea typeface="Hanken Grotesk"/>
              <a:cs typeface="Hanken Grotesk"/>
              <a:sym typeface="Hanken Grotesk"/>
            </a:endParaRPr>
          </a:p>
          <a:p>
            <a:pPr indent="0" lvl="0" marL="0" rtl="0" algn="l">
              <a:spcBef>
                <a:spcPts val="0"/>
              </a:spcBef>
              <a:spcAft>
                <a:spcPts val="0"/>
              </a:spcAft>
              <a:buNone/>
            </a:pPr>
            <a:r>
              <a:rPr lang="zh-TW"/>
              <a:t>and also we use java fx to design user friendly GUI</a:t>
            </a:r>
            <a:endParaRPr/>
          </a:p>
          <a:p>
            <a:pPr indent="0" lvl="0" marL="0" rtl="0" algn="l">
              <a:spcBef>
                <a:spcPts val="0"/>
              </a:spcBef>
              <a:spcAft>
                <a:spcPts val="0"/>
              </a:spcAft>
              <a:buNone/>
            </a:pPr>
            <a:r>
              <a:rPr lang="zh-TW"/>
              <a:t>in the </a:t>
            </a:r>
            <a:r>
              <a:rPr lang="zh-TW"/>
              <a:t>future, we can add more features, like implementing database, user authentication, and even user data analysis for business insights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zh-TW">
                <a:solidFill>
                  <a:schemeClr val="dk1"/>
                </a:solidFill>
              </a:rPr>
              <a:t>and that’s all for our today’s presentation, thanks for your listening</a:t>
            </a:r>
            <a:endParaRPr/>
          </a:p>
        </p:txBody>
      </p:sp>
      <p:sp>
        <p:nvSpPr>
          <p:cNvPr id="825" name="Google Shape;825;SLIDES_API941039749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SLIDES_API70771202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5" name="Google Shape;835;SLIDES_API70771202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for job assignments,</a:t>
            </a:r>
            <a:endParaRPr/>
          </a:p>
          <a:p>
            <a:pPr indent="0" lvl="0" marL="0" rtl="0" algn="l">
              <a:spcBef>
                <a:spcPts val="0"/>
              </a:spcBef>
              <a:spcAft>
                <a:spcPts val="0"/>
              </a:spcAft>
              <a:buNone/>
            </a:pPr>
            <a:r>
              <a:rPr lang="zh-TW"/>
              <a:t>wei-hong is responsible for implementing hash table adt in customer ordering page,</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and hsuan-hung is responsible for implementing priority queue adt in kitchen management page,</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and han-sheng is implementing BST adt, merge sort algorithm in menu management page and also data management services</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and that’s all for our today’s presentation, thanks for your listening</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1029150" y="1563750"/>
            <a:ext cx="5715000" cy="2016000"/>
          </a:xfrm>
          <a:prstGeom prst="rect">
            <a:avLst/>
          </a:prstGeom>
        </p:spPr>
        <p:txBody>
          <a:bodyPr anchorCtr="0" anchor="ctr" bIns="91425" lIns="0" spcFirstLastPara="1" rIns="91425" wrap="square" tIns="91425">
            <a:normAutofit/>
          </a:bodyPr>
          <a:lstStyle>
            <a:lvl1pPr lvl="0">
              <a:spcBef>
                <a:spcPts val="0"/>
              </a:spcBef>
              <a:spcAft>
                <a:spcPts val="0"/>
              </a:spcAft>
              <a:buSzPts val="4000"/>
              <a:buFont typeface="Hanken Grotesk"/>
              <a:buNone/>
              <a:defRPr b="1" sz="4000">
                <a:latin typeface="Hanken Grotesk"/>
                <a:ea typeface="Hanken Grotesk"/>
                <a:cs typeface="Hanken Grotesk"/>
                <a:sym typeface="Hanken Grotesk"/>
              </a:defRPr>
            </a:lvl1pPr>
            <a:lvl2pPr lvl="1" algn="ctr">
              <a:spcBef>
                <a:spcPts val="0"/>
              </a:spcBef>
              <a:spcAft>
                <a:spcPts val="0"/>
              </a:spcAft>
              <a:buSzPts val="4000"/>
              <a:buFont typeface="Hanken Grotesk"/>
              <a:buNone/>
              <a:defRPr b="1" sz="4000">
                <a:latin typeface="Hanken Grotesk"/>
                <a:ea typeface="Hanken Grotesk"/>
                <a:cs typeface="Hanken Grotesk"/>
                <a:sym typeface="Hanken Grotesk"/>
              </a:defRPr>
            </a:lvl2pPr>
            <a:lvl3pPr lvl="2" algn="ctr">
              <a:spcBef>
                <a:spcPts val="0"/>
              </a:spcBef>
              <a:spcAft>
                <a:spcPts val="0"/>
              </a:spcAft>
              <a:buSzPts val="4000"/>
              <a:buFont typeface="Hanken Grotesk"/>
              <a:buNone/>
              <a:defRPr b="1" sz="4000">
                <a:latin typeface="Hanken Grotesk"/>
                <a:ea typeface="Hanken Grotesk"/>
                <a:cs typeface="Hanken Grotesk"/>
                <a:sym typeface="Hanken Grotesk"/>
              </a:defRPr>
            </a:lvl3pPr>
            <a:lvl4pPr lvl="3" algn="ctr">
              <a:spcBef>
                <a:spcPts val="0"/>
              </a:spcBef>
              <a:spcAft>
                <a:spcPts val="0"/>
              </a:spcAft>
              <a:buSzPts val="4000"/>
              <a:buFont typeface="Hanken Grotesk"/>
              <a:buNone/>
              <a:defRPr b="1" sz="4000">
                <a:latin typeface="Hanken Grotesk"/>
                <a:ea typeface="Hanken Grotesk"/>
                <a:cs typeface="Hanken Grotesk"/>
                <a:sym typeface="Hanken Grotesk"/>
              </a:defRPr>
            </a:lvl4pPr>
            <a:lvl5pPr lvl="4" algn="ctr">
              <a:spcBef>
                <a:spcPts val="0"/>
              </a:spcBef>
              <a:spcAft>
                <a:spcPts val="0"/>
              </a:spcAft>
              <a:buSzPts val="4000"/>
              <a:buFont typeface="Hanken Grotesk"/>
              <a:buNone/>
              <a:defRPr b="1" sz="4000">
                <a:latin typeface="Hanken Grotesk"/>
                <a:ea typeface="Hanken Grotesk"/>
                <a:cs typeface="Hanken Grotesk"/>
                <a:sym typeface="Hanken Grotesk"/>
              </a:defRPr>
            </a:lvl5pPr>
            <a:lvl6pPr lvl="5" algn="ctr">
              <a:spcBef>
                <a:spcPts val="0"/>
              </a:spcBef>
              <a:spcAft>
                <a:spcPts val="0"/>
              </a:spcAft>
              <a:buSzPts val="4000"/>
              <a:buFont typeface="Hanken Grotesk"/>
              <a:buNone/>
              <a:defRPr b="1" sz="4000">
                <a:latin typeface="Hanken Grotesk"/>
                <a:ea typeface="Hanken Grotesk"/>
                <a:cs typeface="Hanken Grotesk"/>
                <a:sym typeface="Hanken Grotesk"/>
              </a:defRPr>
            </a:lvl6pPr>
            <a:lvl7pPr lvl="6" algn="ctr">
              <a:spcBef>
                <a:spcPts val="0"/>
              </a:spcBef>
              <a:spcAft>
                <a:spcPts val="0"/>
              </a:spcAft>
              <a:buSzPts val="4000"/>
              <a:buFont typeface="Hanken Grotesk"/>
              <a:buNone/>
              <a:defRPr b="1" sz="4000">
                <a:latin typeface="Hanken Grotesk"/>
                <a:ea typeface="Hanken Grotesk"/>
                <a:cs typeface="Hanken Grotesk"/>
                <a:sym typeface="Hanken Grotesk"/>
              </a:defRPr>
            </a:lvl7pPr>
            <a:lvl8pPr lvl="7" algn="ctr">
              <a:spcBef>
                <a:spcPts val="0"/>
              </a:spcBef>
              <a:spcAft>
                <a:spcPts val="0"/>
              </a:spcAft>
              <a:buSzPts val="4000"/>
              <a:buFont typeface="Hanken Grotesk"/>
              <a:buNone/>
              <a:defRPr b="1" sz="4000">
                <a:latin typeface="Hanken Grotesk"/>
                <a:ea typeface="Hanken Grotesk"/>
                <a:cs typeface="Hanken Grotesk"/>
                <a:sym typeface="Hanken Grotesk"/>
              </a:defRPr>
            </a:lvl8pPr>
            <a:lvl9pPr lvl="8" algn="ctr">
              <a:spcBef>
                <a:spcPts val="0"/>
              </a:spcBef>
              <a:spcAft>
                <a:spcPts val="0"/>
              </a:spcAft>
              <a:buSzPts val="4000"/>
              <a:buFont typeface="Hanken Grotesk"/>
              <a:buNone/>
              <a:defRPr b="1" sz="4000">
                <a:latin typeface="Hanken Grotesk"/>
                <a:ea typeface="Hanken Grotesk"/>
                <a:cs typeface="Hanken Grotesk"/>
                <a:sym typeface="Hanken Grotesk"/>
              </a:defRPr>
            </a:lvl9pPr>
          </a:lstStyle>
          <a:p/>
        </p:txBody>
      </p:sp>
      <p:sp>
        <p:nvSpPr>
          <p:cNvPr id="56" name="Google Shape;56;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extLst>
    <p:ext uri="{DCECCB84-F9BA-43D5-87BE-67443E8EF086}">
      <p15:sldGuideLst>
        <p15:guide id="1" orient="horz" pos="1620">
          <p15:clr>
            <a:srgbClr val="E46962"/>
          </p15:clr>
        </p15:guide>
        <p15:guide id="2" pos="432">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2">
    <p:spTree>
      <p:nvGrpSpPr>
        <p:cNvPr id="57" name="Shape 57"/>
        <p:cNvGrpSpPr/>
        <p:nvPr/>
      </p:nvGrpSpPr>
      <p:grpSpPr>
        <a:xfrm>
          <a:off x="0" y="0"/>
          <a:ext cx="0" cy="0"/>
          <a:chOff x="0" y="0"/>
          <a:chExt cx="0" cy="0"/>
        </a:xfrm>
      </p:grpSpPr>
      <p:sp>
        <p:nvSpPr>
          <p:cNvPr id="58" name="Google Shape;58;p15"/>
          <p:cNvSpPr txBox="1"/>
          <p:nvPr>
            <p:ph idx="1" type="body"/>
          </p:nvPr>
        </p:nvSpPr>
        <p:spPr>
          <a:xfrm>
            <a:off x="311700" y="1152475"/>
            <a:ext cx="4260600" cy="3416400"/>
          </a:xfrm>
          <a:prstGeom prst="rect">
            <a:avLst/>
          </a:prstGeom>
        </p:spPr>
        <p:txBody>
          <a:bodyPr anchorCtr="0" anchor="t" bIns="91425" lIns="0" spcFirstLastPara="1" rIns="91425" wrap="square" tIns="91425">
            <a:normAutofit/>
          </a:bodyPr>
          <a:lstStyle>
            <a:lvl1pPr indent="-304800" lvl="0" marL="457200">
              <a:spcBef>
                <a:spcPts val="0"/>
              </a:spcBef>
              <a:spcAft>
                <a:spcPts val="0"/>
              </a:spcAft>
              <a:buClr>
                <a:schemeClr val="dk1"/>
              </a:buClr>
              <a:buSzPts val="1200"/>
              <a:buChar char="•"/>
              <a:defRPr>
                <a:solidFill>
                  <a:schemeClr val="dk1"/>
                </a:solidFill>
              </a:defRPr>
            </a:lvl1pPr>
            <a:lvl2pPr indent="-330200" lvl="1" marL="914400">
              <a:spcBef>
                <a:spcPts val="1000"/>
              </a:spcBef>
              <a:spcAft>
                <a:spcPts val="0"/>
              </a:spcAft>
              <a:buClr>
                <a:schemeClr val="dk1"/>
              </a:buClr>
              <a:buSzPts val="1600"/>
              <a:buChar char="○"/>
              <a:defRPr sz="1600">
                <a:solidFill>
                  <a:schemeClr val="dk1"/>
                </a:solidFill>
              </a:defRPr>
            </a:lvl2pPr>
            <a:lvl3pPr indent="-330200" lvl="2" marL="1371600">
              <a:spcBef>
                <a:spcPts val="1000"/>
              </a:spcBef>
              <a:spcAft>
                <a:spcPts val="0"/>
              </a:spcAft>
              <a:buClr>
                <a:schemeClr val="dk1"/>
              </a:buClr>
              <a:buSzPts val="1600"/>
              <a:buChar char="■"/>
              <a:defRPr sz="1600">
                <a:solidFill>
                  <a:schemeClr val="dk1"/>
                </a:solidFill>
              </a:defRPr>
            </a:lvl3pPr>
            <a:lvl4pPr indent="-330200" lvl="3" marL="1828800">
              <a:spcBef>
                <a:spcPts val="1000"/>
              </a:spcBef>
              <a:spcAft>
                <a:spcPts val="0"/>
              </a:spcAft>
              <a:buClr>
                <a:schemeClr val="dk1"/>
              </a:buClr>
              <a:buSzPts val="1600"/>
              <a:buChar char="●"/>
              <a:defRPr sz="1600">
                <a:solidFill>
                  <a:schemeClr val="dk1"/>
                </a:solidFill>
              </a:defRPr>
            </a:lvl4pPr>
            <a:lvl5pPr indent="-330200" lvl="4" marL="2286000">
              <a:spcBef>
                <a:spcPts val="1000"/>
              </a:spcBef>
              <a:spcAft>
                <a:spcPts val="0"/>
              </a:spcAft>
              <a:buClr>
                <a:schemeClr val="dk1"/>
              </a:buClr>
              <a:buSzPts val="1600"/>
              <a:buChar char="○"/>
              <a:defRPr sz="1600">
                <a:solidFill>
                  <a:schemeClr val="dk1"/>
                </a:solidFill>
              </a:defRPr>
            </a:lvl5pPr>
            <a:lvl6pPr indent="-330200" lvl="5" marL="2743200">
              <a:spcBef>
                <a:spcPts val="1000"/>
              </a:spcBef>
              <a:spcAft>
                <a:spcPts val="0"/>
              </a:spcAft>
              <a:buClr>
                <a:schemeClr val="dk1"/>
              </a:buClr>
              <a:buSzPts val="1600"/>
              <a:buChar char="■"/>
              <a:defRPr sz="1600">
                <a:solidFill>
                  <a:schemeClr val="dk1"/>
                </a:solidFill>
              </a:defRPr>
            </a:lvl6pPr>
            <a:lvl7pPr indent="-330200" lvl="6" marL="3200400">
              <a:spcBef>
                <a:spcPts val="1000"/>
              </a:spcBef>
              <a:spcAft>
                <a:spcPts val="0"/>
              </a:spcAft>
              <a:buClr>
                <a:schemeClr val="dk1"/>
              </a:buClr>
              <a:buSzPts val="1600"/>
              <a:buChar char="●"/>
              <a:defRPr sz="1600">
                <a:solidFill>
                  <a:schemeClr val="dk1"/>
                </a:solidFill>
              </a:defRPr>
            </a:lvl7pPr>
            <a:lvl8pPr indent="-330200" lvl="7" marL="3657600">
              <a:spcBef>
                <a:spcPts val="1000"/>
              </a:spcBef>
              <a:spcAft>
                <a:spcPts val="0"/>
              </a:spcAft>
              <a:buClr>
                <a:schemeClr val="dk1"/>
              </a:buClr>
              <a:buSzPts val="1600"/>
              <a:buChar char="○"/>
              <a:defRPr sz="1600">
                <a:solidFill>
                  <a:schemeClr val="dk1"/>
                </a:solidFill>
              </a:defRPr>
            </a:lvl8pPr>
            <a:lvl9pPr indent="-330200" lvl="8" marL="4114800">
              <a:spcBef>
                <a:spcPts val="1000"/>
              </a:spcBef>
              <a:spcAft>
                <a:spcPts val="1000"/>
              </a:spcAft>
              <a:buClr>
                <a:schemeClr val="dk1"/>
              </a:buClr>
              <a:buSzPts val="1600"/>
              <a:buChar char="■"/>
              <a:defRPr sz="1600">
                <a:solidFill>
                  <a:schemeClr val="dk1"/>
                </a:solidFill>
              </a:defRPr>
            </a:lvl9pPr>
          </a:lstStyle>
          <a:p/>
        </p:txBody>
      </p:sp>
      <p:sp>
        <p:nvSpPr>
          <p:cNvPr id="59" name="Google Shape;59;p15"/>
          <p:cNvSpPr txBox="1"/>
          <p:nvPr>
            <p:ph type="title"/>
          </p:nvPr>
        </p:nvSpPr>
        <p:spPr>
          <a:xfrm>
            <a:off x="311700" y="444125"/>
            <a:ext cx="8520600" cy="475500"/>
          </a:xfrm>
          <a:prstGeom prst="rect">
            <a:avLst/>
          </a:prstGeom>
        </p:spPr>
        <p:txBody>
          <a:bodyPr anchorCtr="0" anchor="t" bIns="91425" lIns="0" spcFirstLastPara="1" rIns="91425" wrap="square" tIns="91425">
            <a:normAutofit/>
          </a:bodyPr>
          <a:lstStyle>
            <a:lvl1pPr lvl="0">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1pPr>
            <a:lvl2pPr lvl="1">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2pPr>
            <a:lvl3pPr lvl="2">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3pPr>
            <a:lvl4pPr lvl="3">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4pPr>
            <a:lvl5pPr lvl="4">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5pPr>
            <a:lvl6pPr lvl="5">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6pPr>
            <a:lvl7pPr lvl="6">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7pPr>
            <a:lvl8pPr lvl="7">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8pPr>
            <a:lvl9pPr lvl="8">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2_1">
    <p:spTree>
      <p:nvGrpSpPr>
        <p:cNvPr id="60" name="Shape 60"/>
        <p:cNvGrpSpPr/>
        <p:nvPr/>
      </p:nvGrpSpPr>
      <p:grpSpPr>
        <a:xfrm>
          <a:off x="0" y="0"/>
          <a:ext cx="0" cy="0"/>
          <a:chOff x="0" y="0"/>
          <a:chExt cx="0" cy="0"/>
        </a:xfrm>
      </p:grpSpPr>
      <p:sp>
        <p:nvSpPr>
          <p:cNvPr id="61" name="Google Shape;61;p16"/>
          <p:cNvSpPr txBox="1"/>
          <p:nvPr>
            <p:ph type="title"/>
          </p:nvPr>
        </p:nvSpPr>
        <p:spPr>
          <a:xfrm>
            <a:off x="311700" y="444125"/>
            <a:ext cx="8520600" cy="475500"/>
          </a:xfrm>
          <a:prstGeom prst="rect">
            <a:avLst/>
          </a:prstGeom>
        </p:spPr>
        <p:txBody>
          <a:bodyPr anchorCtr="0" anchor="t" bIns="91425" lIns="0" spcFirstLastPara="1" rIns="91425" wrap="square" tIns="91425">
            <a:normAutofit/>
          </a:bodyPr>
          <a:lstStyle>
            <a:lvl1pPr lvl="0">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1pPr>
            <a:lvl2pPr lvl="1">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2pPr>
            <a:lvl3pPr lvl="2">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3pPr>
            <a:lvl4pPr lvl="3">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4pPr>
            <a:lvl5pPr lvl="4">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5pPr>
            <a:lvl6pPr lvl="5">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6pPr>
            <a:lvl7pPr lvl="6">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7pPr>
            <a:lvl8pPr lvl="7">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8pPr>
            <a:lvl9pPr lvl="8">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3">
  <p:cSld name="CUSTOM_3_2_1_1_1_1_1_1">
    <p:spTree>
      <p:nvGrpSpPr>
        <p:cNvPr id="62" name="Shape 62"/>
        <p:cNvGrpSpPr/>
        <p:nvPr/>
      </p:nvGrpSpPr>
      <p:grpSpPr>
        <a:xfrm>
          <a:off x="0" y="0"/>
          <a:ext cx="0" cy="0"/>
          <a:chOff x="0" y="0"/>
          <a:chExt cx="0" cy="0"/>
        </a:xfrm>
      </p:grpSpPr>
      <p:sp>
        <p:nvSpPr>
          <p:cNvPr id="63" name="Google Shape;63;p17"/>
          <p:cNvSpPr txBox="1"/>
          <p:nvPr>
            <p:ph idx="1" type="body"/>
          </p:nvPr>
        </p:nvSpPr>
        <p:spPr>
          <a:xfrm>
            <a:off x="1754975" y="1152475"/>
            <a:ext cx="5561400" cy="10074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64" name="Google Shape;64;p17"/>
          <p:cNvSpPr txBox="1"/>
          <p:nvPr>
            <p:ph idx="2" type="body"/>
          </p:nvPr>
        </p:nvSpPr>
        <p:spPr>
          <a:xfrm>
            <a:off x="1754975" y="2400247"/>
            <a:ext cx="5561400" cy="10074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65" name="Google Shape;65;p17"/>
          <p:cNvSpPr txBox="1"/>
          <p:nvPr>
            <p:ph idx="3" type="subTitle"/>
          </p:nvPr>
        </p:nvSpPr>
        <p:spPr>
          <a:xfrm>
            <a:off x="311700" y="1152475"/>
            <a:ext cx="1297800" cy="10074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66" name="Google Shape;66;p17"/>
          <p:cNvSpPr txBox="1"/>
          <p:nvPr>
            <p:ph idx="4" type="subTitle"/>
          </p:nvPr>
        </p:nvSpPr>
        <p:spPr>
          <a:xfrm>
            <a:off x="311700" y="2400237"/>
            <a:ext cx="1297800" cy="10074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67" name="Google Shape;67;p17"/>
          <p:cNvSpPr txBox="1"/>
          <p:nvPr>
            <p:ph idx="5" type="subTitle"/>
          </p:nvPr>
        </p:nvSpPr>
        <p:spPr>
          <a:xfrm>
            <a:off x="311700" y="3648024"/>
            <a:ext cx="1297800" cy="10074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68" name="Google Shape;68;p17"/>
          <p:cNvSpPr txBox="1"/>
          <p:nvPr>
            <p:ph idx="6" type="body"/>
          </p:nvPr>
        </p:nvSpPr>
        <p:spPr>
          <a:xfrm>
            <a:off x="1754975" y="3648033"/>
            <a:ext cx="5561400" cy="10074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69" name="Google Shape;69;p17"/>
          <p:cNvSpPr txBox="1"/>
          <p:nvPr>
            <p:ph type="title"/>
          </p:nvPr>
        </p:nvSpPr>
        <p:spPr>
          <a:xfrm>
            <a:off x="311700" y="444125"/>
            <a:ext cx="8520600" cy="475500"/>
          </a:xfrm>
          <a:prstGeom prst="rect">
            <a:avLst/>
          </a:prstGeom>
        </p:spPr>
        <p:txBody>
          <a:bodyPr anchorCtr="0" anchor="t" bIns="91425" lIns="0" spcFirstLastPara="1" rIns="91425" wrap="square" tIns="91425">
            <a:normAutofit/>
          </a:bodyPr>
          <a:lstStyle>
            <a:lvl1pPr lvl="0">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1pPr>
            <a:lvl2pPr lvl="1">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2pPr>
            <a:lvl3pPr lvl="2">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3pPr>
            <a:lvl4pPr lvl="3">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4pPr>
            <a:lvl5pPr lvl="4">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5pPr>
            <a:lvl6pPr lvl="5">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6pPr>
            <a:lvl7pPr lvl="6">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7pPr>
            <a:lvl8pPr lvl="7">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8pPr>
            <a:lvl9pPr lvl="8">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3_1">
    <p:spTree>
      <p:nvGrpSpPr>
        <p:cNvPr id="70" name="Shape 70"/>
        <p:cNvGrpSpPr/>
        <p:nvPr/>
      </p:nvGrpSpPr>
      <p:grpSpPr>
        <a:xfrm>
          <a:off x="0" y="0"/>
          <a:ext cx="0" cy="0"/>
          <a:chOff x="0" y="0"/>
          <a:chExt cx="0" cy="0"/>
        </a:xfrm>
      </p:grpSpPr>
      <p:sp>
        <p:nvSpPr>
          <p:cNvPr id="71" name="Google Shape;71;p18"/>
          <p:cNvSpPr txBox="1"/>
          <p:nvPr>
            <p:ph idx="1" type="body"/>
          </p:nvPr>
        </p:nvSpPr>
        <p:spPr>
          <a:xfrm>
            <a:off x="311700" y="1834900"/>
            <a:ext cx="4189200" cy="2734200"/>
          </a:xfrm>
          <a:prstGeom prst="rect">
            <a:avLst/>
          </a:prstGeom>
        </p:spPr>
        <p:txBody>
          <a:bodyPr anchorCtr="0" anchor="t" bIns="91425" lIns="0"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72" name="Google Shape;72;p18"/>
          <p:cNvSpPr txBox="1"/>
          <p:nvPr>
            <p:ph idx="2" type="body"/>
          </p:nvPr>
        </p:nvSpPr>
        <p:spPr>
          <a:xfrm>
            <a:off x="4643150" y="1834900"/>
            <a:ext cx="4189200" cy="2734200"/>
          </a:xfrm>
          <a:prstGeom prst="rect">
            <a:avLst/>
          </a:prstGeom>
        </p:spPr>
        <p:txBody>
          <a:bodyPr anchorCtr="0" anchor="t" bIns="91425" lIns="0"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73" name="Google Shape;73;p18"/>
          <p:cNvSpPr txBox="1"/>
          <p:nvPr>
            <p:ph idx="3" type="subTitle"/>
          </p:nvPr>
        </p:nvSpPr>
        <p:spPr>
          <a:xfrm>
            <a:off x="311700" y="1164900"/>
            <a:ext cx="4189200" cy="5727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
        <p:nvSpPr>
          <p:cNvPr id="74" name="Google Shape;74;p18"/>
          <p:cNvSpPr txBox="1"/>
          <p:nvPr>
            <p:ph idx="4" type="subTitle"/>
          </p:nvPr>
        </p:nvSpPr>
        <p:spPr>
          <a:xfrm>
            <a:off x="4643150" y="1164900"/>
            <a:ext cx="4189200" cy="5727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
        <p:nvSpPr>
          <p:cNvPr id="75" name="Google Shape;75;p18"/>
          <p:cNvSpPr txBox="1"/>
          <p:nvPr>
            <p:ph type="title"/>
          </p:nvPr>
        </p:nvSpPr>
        <p:spPr>
          <a:xfrm>
            <a:off x="311700" y="445025"/>
            <a:ext cx="8520600" cy="5514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Tree>
  </p:cSld>
  <p:clrMapOvr>
    <a:masterClrMapping/>
  </p:clrMapOvr>
  <p:extLst>
    <p:ext uri="{DCECCB84-F9BA-43D5-87BE-67443E8EF086}">
      <p15:sldGuideLst>
        <p15:guide id="1" orient="horz" pos="1620">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1 1">
  <p:cSld name="CUSTOM_3_2_1_1_1_1_2">
    <p:spTree>
      <p:nvGrpSpPr>
        <p:cNvPr id="76" name="Shape 76"/>
        <p:cNvGrpSpPr/>
        <p:nvPr/>
      </p:nvGrpSpPr>
      <p:grpSpPr>
        <a:xfrm>
          <a:off x="0" y="0"/>
          <a:ext cx="0" cy="0"/>
          <a:chOff x="0" y="0"/>
          <a:chExt cx="0" cy="0"/>
        </a:xfrm>
      </p:grpSpPr>
      <p:sp>
        <p:nvSpPr>
          <p:cNvPr id="77" name="Google Shape;77;p19"/>
          <p:cNvSpPr txBox="1"/>
          <p:nvPr>
            <p:ph idx="1" type="body"/>
          </p:nvPr>
        </p:nvSpPr>
        <p:spPr>
          <a:xfrm>
            <a:off x="311700" y="1810953"/>
            <a:ext cx="2023500" cy="2761200"/>
          </a:xfrm>
          <a:prstGeom prst="rect">
            <a:avLst/>
          </a:prstGeom>
          <a:noFill/>
          <a:ln>
            <a:noFill/>
          </a:ln>
        </p:spPr>
        <p:txBody>
          <a:bodyPr anchorCtr="0" anchor="t" bIns="91425" lIns="137150" spcFirstLastPara="1" rIns="137150" wrap="square" tIns="18287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78" name="Google Shape;78;p19"/>
          <p:cNvSpPr txBox="1"/>
          <p:nvPr>
            <p:ph idx="2" type="body"/>
          </p:nvPr>
        </p:nvSpPr>
        <p:spPr>
          <a:xfrm>
            <a:off x="2477483" y="1810850"/>
            <a:ext cx="2023500" cy="2761200"/>
          </a:xfrm>
          <a:prstGeom prst="rect">
            <a:avLst/>
          </a:prstGeom>
          <a:noFill/>
          <a:ln>
            <a:noFill/>
          </a:ln>
        </p:spPr>
        <p:txBody>
          <a:bodyPr anchorCtr="0" anchor="t" bIns="91425" lIns="137150" spcFirstLastPara="1" rIns="137150" wrap="square" tIns="18287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79" name="Google Shape;79;p19"/>
          <p:cNvSpPr txBox="1"/>
          <p:nvPr>
            <p:ph idx="3" type="body"/>
          </p:nvPr>
        </p:nvSpPr>
        <p:spPr>
          <a:xfrm>
            <a:off x="4643150" y="1810952"/>
            <a:ext cx="2023500" cy="2761200"/>
          </a:xfrm>
          <a:prstGeom prst="rect">
            <a:avLst/>
          </a:prstGeom>
          <a:noFill/>
          <a:ln>
            <a:noFill/>
          </a:ln>
        </p:spPr>
        <p:txBody>
          <a:bodyPr anchorCtr="0" anchor="t" bIns="91425" lIns="137150" spcFirstLastPara="1" rIns="137150" wrap="square" tIns="18287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80" name="Google Shape;80;p19"/>
          <p:cNvSpPr txBox="1"/>
          <p:nvPr>
            <p:ph idx="4" type="subTitle"/>
          </p:nvPr>
        </p:nvSpPr>
        <p:spPr>
          <a:xfrm>
            <a:off x="311700" y="1152475"/>
            <a:ext cx="2023500" cy="691500"/>
          </a:xfrm>
          <a:prstGeom prst="rect">
            <a:avLst/>
          </a:prstGeom>
        </p:spPr>
        <p:txBody>
          <a:bodyPr anchorCtr="0" anchor="t" bIns="91425" lIns="137150" spcFirstLastPara="1" rIns="137150" wrap="square" tIns="18287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1" name="Google Shape;81;p19"/>
          <p:cNvSpPr txBox="1"/>
          <p:nvPr>
            <p:ph idx="5" type="subTitle"/>
          </p:nvPr>
        </p:nvSpPr>
        <p:spPr>
          <a:xfrm>
            <a:off x="2477425" y="1152475"/>
            <a:ext cx="2023500" cy="691500"/>
          </a:xfrm>
          <a:prstGeom prst="rect">
            <a:avLst/>
          </a:prstGeom>
        </p:spPr>
        <p:txBody>
          <a:bodyPr anchorCtr="0" anchor="t" bIns="91425" lIns="137150" spcFirstLastPara="1" rIns="137150" wrap="square" tIns="18287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2" name="Google Shape;82;p19"/>
          <p:cNvSpPr txBox="1"/>
          <p:nvPr>
            <p:ph idx="6" type="subTitle"/>
          </p:nvPr>
        </p:nvSpPr>
        <p:spPr>
          <a:xfrm>
            <a:off x="4643150" y="1152475"/>
            <a:ext cx="2023500" cy="691500"/>
          </a:xfrm>
          <a:prstGeom prst="rect">
            <a:avLst/>
          </a:prstGeom>
        </p:spPr>
        <p:txBody>
          <a:bodyPr anchorCtr="0" anchor="t" bIns="91425" lIns="137150" spcFirstLastPara="1" rIns="137150" wrap="square" tIns="18287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3" name="Google Shape;83;p19"/>
          <p:cNvSpPr txBox="1"/>
          <p:nvPr>
            <p:ph idx="7" type="body"/>
          </p:nvPr>
        </p:nvSpPr>
        <p:spPr>
          <a:xfrm>
            <a:off x="6808875" y="1810952"/>
            <a:ext cx="2023500" cy="2761200"/>
          </a:xfrm>
          <a:prstGeom prst="rect">
            <a:avLst/>
          </a:prstGeom>
          <a:noFill/>
          <a:ln>
            <a:noFill/>
          </a:ln>
        </p:spPr>
        <p:txBody>
          <a:bodyPr anchorCtr="0" anchor="t" bIns="91425" lIns="137150" spcFirstLastPara="1" rIns="137150" wrap="square" tIns="18287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84" name="Google Shape;84;p19"/>
          <p:cNvSpPr txBox="1"/>
          <p:nvPr>
            <p:ph idx="8" type="subTitle"/>
          </p:nvPr>
        </p:nvSpPr>
        <p:spPr>
          <a:xfrm>
            <a:off x="6808875" y="1152475"/>
            <a:ext cx="2023500" cy="691500"/>
          </a:xfrm>
          <a:prstGeom prst="rect">
            <a:avLst/>
          </a:prstGeom>
        </p:spPr>
        <p:txBody>
          <a:bodyPr anchorCtr="0" anchor="t" bIns="91425" lIns="137150" spcFirstLastPara="1" rIns="137150" wrap="square" tIns="18287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5" name="Google Shape;85;p19"/>
          <p:cNvSpPr txBox="1"/>
          <p:nvPr>
            <p:ph type="title"/>
          </p:nvPr>
        </p:nvSpPr>
        <p:spPr>
          <a:xfrm>
            <a:off x="311700" y="445025"/>
            <a:ext cx="8520600" cy="5514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Sections">
  <p:cSld name="4-Sections">
    <p:spTree>
      <p:nvGrpSpPr>
        <p:cNvPr id="86" name="Shape 86"/>
        <p:cNvGrpSpPr/>
        <p:nvPr/>
      </p:nvGrpSpPr>
      <p:grpSpPr>
        <a:xfrm>
          <a:off x="0" y="0"/>
          <a:ext cx="0" cy="0"/>
          <a:chOff x="0" y="0"/>
          <a:chExt cx="0" cy="0"/>
        </a:xfrm>
      </p:grpSpPr>
      <p:sp>
        <p:nvSpPr>
          <p:cNvPr id="87" name="Google Shape;87;p20"/>
          <p:cNvSpPr txBox="1"/>
          <p:nvPr>
            <p:ph type="title"/>
          </p:nvPr>
        </p:nvSpPr>
        <p:spPr>
          <a:xfrm>
            <a:off x="457200" y="342900"/>
            <a:ext cx="8229600" cy="5943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88" name="Google Shape;88;p20"/>
          <p:cNvSpPr txBox="1"/>
          <p:nvPr>
            <p:ph idx="1" type="body"/>
          </p:nvPr>
        </p:nvSpPr>
        <p:spPr>
          <a:xfrm>
            <a:off x="457200" y="1876096"/>
            <a:ext cx="1982100" cy="2817900"/>
          </a:xfrm>
          <a:prstGeom prst="rect">
            <a:avLst/>
          </a:prstGeom>
          <a:noFill/>
          <a:ln>
            <a:noFill/>
          </a:ln>
        </p:spPr>
        <p:txBody>
          <a:bodyPr anchorCtr="0" anchor="t" bIns="34275" lIns="68575" spcFirstLastPara="1" rIns="68575" wrap="square" tIns="34275">
            <a:normAutofit/>
          </a:bodyPr>
          <a:lstStyle>
            <a:lvl1pPr indent="-317500" lvl="0" marL="457200" algn="l">
              <a:lnSpc>
                <a:spcPct val="150000"/>
              </a:lnSpc>
              <a:spcBef>
                <a:spcPts val="900"/>
              </a:spcBef>
              <a:spcAft>
                <a:spcPts val="0"/>
              </a:spcAft>
              <a:buClr>
                <a:schemeClr val="dk1"/>
              </a:buClr>
              <a:buSzPts val="1400"/>
              <a:buChar char="●"/>
              <a:defRPr/>
            </a:lvl1pPr>
            <a:lvl2pPr indent="-317500" lvl="1" marL="914400" algn="l">
              <a:lnSpc>
                <a:spcPct val="150000"/>
              </a:lnSpc>
              <a:spcBef>
                <a:spcPts val="1200"/>
              </a:spcBef>
              <a:spcAft>
                <a:spcPts val="0"/>
              </a:spcAft>
              <a:buClr>
                <a:schemeClr val="dk1"/>
              </a:buClr>
              <a:buSzPts val="1400"/>
              <a:buChar char="○"/>
              <a:defRPr/>
            </a:lvl2pPr>
            <a:lvl3pPr indent="-317500" lvl="2" marL="1371600" algn="l">
              <a:lnSpc>
                <a:spcPct val="150000"/>
              </a:lnSpc>
              <a:spcBef>
                <a:spcPts val="1200"/>
              </a:spcBef>
              <a:spcAft>
                <a:spcPts val="0"/>
              </a:spcAft>
              <a:buClr>
                <a:schemeClr val="dk1"/>
              </a:buClr>
              <a:buSzPts val="1400"/>
              <a:buChar char="■"/>
              <a:defRPr/>
            </a:lvl3pPr>
            <a:lvl4pPr indent="-317500" lvl="3" marL="1828800" algn="l">
              <a:lnSpc>
                <a:spcPct val="150000"/>
              </a:lnSpc>
              <a:spcBef>
                <a:spcPts val="1200"/>
              </a:spcBef>
              <a:spcAft>
                <a:spcPts val="0"/>
              </a:spcAft>
              <a:buClr>
                <a:schemeClr val="dk1"/>
              </a:buClr>
              <a:buSzPts val="1400"/>
              <a:buChar char="●"/>
              <a:defRPr/>
            </a:lvl4pPr>
            <a:lvl5pPr indent="-317500" lvl="4" marL="2286000" algn="l">
              <a:lnSpc>
                <a:spcPct val="15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89" name="Google Shape;89;p20"/>
          <p:cNvSpPr txBox="1"/>
          <p:nvPr>
            <p:ph idx="2" type="body"/>
          </p:nvPr>
        </p:nvSpPr>
        <p:spPr>
          <a:xfrm>
            <a:off x="2539746" y="1876096"/>
            <a:ext cx="1982100" cy="2817900"/>
          </a:xfrm>
          <a:prstGeom prst="rect">
            <a:avLst/>
          </a:prstGeom>
          <a:noFill/>
          <a:ln>
            <a:noFill/>
          </a:ln>
        </p:spPr>
        <p:txBody>
          <a:bodyPr anchorCtr="0" anchor="t" bIns="34275" lIns="68575" spcFirstLastPara="1" rIns="68575" wrap="square" tIns="34275">
            <a:normAutofit/>
          </a:bodyPr>
          <a:lstStyle>
            <a:lvl1pPr indent="-317500" lvl="0" marL="457200" algn="l">
              <a:lnSpc>
                <a:spcPct val="150000"/>
              </a:lnSpc>
              <a:spcBef>
                <a:spcPts val="900"/>
              </a:spcBef>
              <a:spcAft>
                <a:spcPts val="0"/>
              </a:spcAft>
              <a:buClr>
                <a:schemeClr val="dk1"/>
              </a:buClr>
              <a:buSzPts val="1400"/>
              <a:buChar char="●"/>
              <a:defRPr/>
            </a:lvl1pPr>
            <a:lvl2pPr indent="-317500" lvl="1" marL="914400" algn="l">
              <a:lnSpc>
                <a:spcPct val="150000"/>
              </a:lnSpc>
              <a:spcBef>
                <a:spcPts val="1200"/>
              </a:spcBef>
              <a:spcAft>
                <a:spcPts val="0"/>
              </a:spcAft>
              <a:buClr>
                <a:schemeClr val="dk1"/>
              </a:buClr>
              <a:buSzPts val="1400"/>
              <a:buChar char="○"/>
              <a:defRPr/>
            </a:lvl2pPr>
            <a:lvl3pPr indent="-317500" lvl="2" marL="1371600" algn="l">
              <a:lnSpc>
                <a:spcPct val="150000"/>
              </a:lnSpc>
              <a:spcBef>
                <a:spcPts val="1200"/>
              </a:spcBef>
              <a:spcAft>
                <a:spcPts val="0"/>
              </a:spcAft>
              <a:buClr>
                <a:schemeClr val="dk1"/>
              </a:buClr>
              <a:buSzPts val="1400"/>
              <a:buChar char="■"/>
              <a:defRPr/>
            </a:lvl3pPr>
            <a:lvl4pPr indent="-317500" lvl="3" marL="1828800" algn="l">
              <a:lnSpc>
                <a:spcPct val="150000"/>
              </a:lnSpc>
              <a:spcBef>
                <a:spcPts val="1200"/>
              </a:spcBef>
              <a:spcAft>
                <a:spcPts val="0"/>
              </a:spcAft>
              <a:buClr>
                <a:schemeClr val="dk1"/>
              </a:buClr>
              <a:buSzPts val="1400"/>
              <a:buChar char="●"/>
              <a:defRPr/>
            </a:lvl4pPr>
            <a:lvl5pPr indent="-317500" lvl="4" marL="2286000" algn="l">
              <a:lnSpc>
                <a:spcPct val="15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90" name="Google Shape;90;p20"/>
          <p:cNvSpPr txBox="1"/>
          <p:nvPr>
            <p:ph idx="12" type="sldNum"/>
          </p:nvPr>
        </p:nvSpPr>
        <p:spPr>
          <a:xfrm>
            <a:off x="6865620" y="4800600"/>
            <a:ext cx="1821300" cy="2406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
        <p:nvSpPr>
          <p:cNvPr id="91" name="Google Shape;91;p20"/>
          <p:cNvSpPr txBox="1"/>
          <p:nvPr>
            <p:ph idx="3" type="body"/>
          </p:nvPr>
        </p:nvSpPr>
        <p:spPr>
          <a:xfrm>
            <a:off x="457200" y="1059180"/>
            <a:ext cx="1982100" cy="7101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900"/>
              </a:spcBef>
              <a:spcAft>
                <a:spcPts val="0"/>
              </a:spcAft>
              <a:buClr>
                <a:schemeClr val="dk1"/>
              </a:buClr>
              <a:buSzPts val="1700"/>
              <a:buNone/>
              <a:defRPr b="1" sz="17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92" name="Google Shape;92;p20"/>
          <p:cNvSpPr txBox="1"/>
          <p:nvPr>
            <p:ph idx="4" type="body"/>
          </p:nvPr>
        </p:nvSpPr>
        <p:spPr>
          <a:xfrm>
            <a:off x="2539746" y="1059180"/>
            <a:ext cx="1982100" cy="7101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900"/>
              </a:spcBef>
              <a:spcAft>
                <a:spcPts val="0"/>
              </a:spcAft>
              <a:buClr>
                <a:schemeClr val="dk1"/>
              </a:buClr>
              <a:buSzPts val="1700"/>
              <a:buNone/>
              <a:defRPr b="1" sz="17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93" name="Google Shape;93;p20"/>
          <p:cNvSpPr txBox="1"/>
          <p:nvPr>
            <p:ph idx="5" type="body"/>
          </p:nvPr>
        </p:nvSpPr>
        <p:spPr>
          <a:xfrm>
            <a:off x="4622292" y="1876096"/>
            <a:ext cx="1982100" cy="2817900"/>
          </a:xfrm>
          <a:prstGeom prst="rect">
            <a:avLst/>
          </a:prstGeom>
          <a:noFill/>
          <a:ln>
            <a:noFill/>
          </a:ln>
        </p:spPr>
        <p:txBody>
          <a:bodyPr anchorCtr="0" anchor="t" bIns="34275" lIns="68575" spcFirstLastPara="1" rIns="68575" wrap="square" tIns="34275">
            <a:normAutofit/>
          </a:bodyPr>
          <a:lstStyle>
            <a:lvl1pPr indent="-317500" lvl="0" marL="457200" algn="l">
              <a:lnSpc>
                <a:spcPct val="150000"/>
              </a:lnSpc>
              <a:spcBef>
                <a:spcPts val="900"/>
              </a:spcBef>
              <a:spcAft>
                <a:spcPts val="0"/>
              </a:spcAft>
              <a:buClr>
                <a:schemeClr val="dk1"/>
              </a:buClr>
              <a:buSzPts val="1400"/>
              <a:buChar char="●"/>
              <a:defRPr/>
            </a:lvl1pPr>
            <a:lvl2pPr indent="-317500" lvl="1" marL="914400" algn="l">
              <a:lnSpc>
                <a:spcPct val="150000"/>
              </a:lnSpc>
              <a:spcBef>
                <a:spcPts val="1200"/>
              </a:spcBef>
              <a:spcAft>
                <a:spcPts val="0"/>
              </a:spcAft>
              <a:buClr>
                <a:schemeClr val="dk1"/>
              </a:buClr>
              <a:buSzPts val="1400"/>
              <a:buChar char="○"/>
              <a:defRPr/>
            </a:lvl2pPr>
            <a:lvl3pPr indent="-317500" lvl="2" marL="1371600" algn="l">
              <a:lnSpc>
                <a:spcPct val="150000"/>
              </a:lnSpc>
              <a:spcBef>
                <a:spcPts val="1200"/>
              </a:spcBef>
              <a:spcAft>
                <a:spcPts val="0"/>
              </a:spcAft>
              <a:buClr>
                <a:schemeClr val="dk1"/>
              </a:buClr>
              <a:buSzPts val="1400"/>
              <a:buChar char="■"/>
              <a:defRPr/>
            </a:lvl3pPr>
            <a:lvl4pPr indent="-317500" lvl="3" marL="1828800" algn="l">
              <a:lnSpc>
                <a:spcPct val="150000"/>
              </a:lnSpc>
              <a:spcBef>
                <a:spcPts val="1200"/>
              </a:spcBef>
              <a:spcAft>
                <a:spcPts val="0"/>
              </a:spcAft>
              <a:buClr>
                <a:schemeClr val="dk1"/>
              </a:buClr>
              <a:buSzPts val="1400"/>
              <a:buChar char="●"/>
              <a:defRPr/>
            </a:lvl4pPr>
            <a:lvl5pPr indent="-317500" lvl="4" marL="2286000" algn="l">
              <a:lnSpc>
                <a:spcPct val="15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94" name="Google Shape;94;p20"/>
          <p:cNvSpPr txBox="1"/>
          <p:nvPr>
            <p:ph idx="6" type="body"/>
          </p:nvPr>
        </p:nvSpPr>
        <p:spPr>
          <a:xfrm>
            <a:off x="6704838" y="1877673"/>
            <a:ext cx="1982100" cy="2817900"/>
          </a:xfrm>
          <a:prstGeom prst="rect">
            <a:avLst/>
          </a:prstGeom>
          <a:noFill/>
          <a:ln>
            <a:noFill/>
          </a:ln>
        </p:spPr>
        <p:txBody>
          <a:bodyPr anchorCtr="0" anchor="t" bIns="34275" lIns="68575" spcFirstLastPara="1" rIns="68575" wrap="square" tIns="34275">
            <a:normAutofit/>
          </a:bodyPr>
          <a:lstStyle>
            <a:lvl1pPr indent="-317500" lvl="0" marL="457200" algn="l">
              <a:lnSpc>
                <a:spcPct val="150000"/>
              </a:lnSpc>
              <a:spcBef>
                <a:spcPts val="900"/>
              </a:spcBef>
              <a:spcAft>
                <a:spcPts val="0"/>
              </a:spcAft>
              <a:buClr>
                <a:schemeClr val="dk1"/>
              </a:buClr>
              <a:buSzPts val="1400"/>
              <a:buChar char="●"/>
              <a:defRPr/>
            </a:lvl1pPr>
            <a:lvl2pPr indent="-317500" lvl="1" marL="914400" algn="l">
              <a:lnSpc>
                <a:spcPct val="150000"/>
              </a:lnSpc>
              <a:spcBef>
                <a:spcPts val="1200"/>
              </a:spcBef>
              <a:spcAft>
                <a:spcPts val="0"/>
              </a:spcAft>
              <a:buClr>
                <a:schemeClr val="dk1"/>
              </a:buClr>
              <a:buSzPts val="1400"/>
              <a:buChar char="○"/>
              <a:defRPr/>
            </a:lvl2pPr>
            <a:lvl3pPr indent="-317500" lvl="2" marL="1371600" algn="l">
              <a:lnSpc>
                <a:spcPct val="150000"/>
              </a:lnSpc>
              <a:spcBef>
                <a:spcPts val="1200"/>
              </a:spcBef>
              <a:spcAft>
                <a:spcPts val="0"/>
              </a:spcAft>
              <a:buClr>
                <a:schemeClr val="dk1"/>
              </a:buClr>
              <a:buSzPts val="1400"/>
              <a:buChar char="■"/>
              <a:defRPr/>
            </a:lvl3pPr>
            <a:lvl4pPr indent="-317500" lvl="3" marL="1828800" algn="l">
              <a:lnSpc>
                <a:spcPct val="150000"/>
              </a:lnSpc>
              <a:spcBef>
                <a:spcPts val="1200"/>
              </a:spcBef>
              <a:spcAft>
                <a:spcPts val="0"/>
              </a:spcAft>
              <a:buClr>
                <a:schemeClr val="dk1"/>
              </a:buClr>
              <a:buSzPts val="1400"/>
              <a:buChar char="●"/>
              <a:defRPr/>
            </a:lvl4pPr>
            <a:lvl5pPr indent="-317500" lvl="4" marL="2286000" algn="l">
              <a:lnSpc>
                <a:spcPct val="15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95" name="Google Shape;95;p20"/>
          <p:cNvSpPr txBox="1"/>
          <p:nvPr>
            <p:ph idx="7" type="body"/>
          </p:nvPr>
        </p:nvSpPr>
        <p:spPr>
          <a:xfrm>
            <a:off x="4622292" y="1059180"/>
            <a:ext cx="1982100" cy="7101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900"/>
              </a:spcBef>
              <a:spcAft>
                <a:spcPts val="0"/>
              </a:spcAft>
              <a:buClr>
                <a:schemeClr val="dk1"/>
              </a:buClr>
              <a:buSzPts val="1700"/>
              <a:buNone/>
              <a:defRPr b="1" sz="17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96" name="Google Shape;96;p20"/>
          <p:cNvSpPr txBox="1"/>
          <p:nvPr>
            <p:ph idx="8" type="body"/>
          </p:nvPr>
        </p:nvSpPr>
        <p:spPr>
          <a:xfrm>
            <a:off x="6704838" y="1059180"/>
            <a:ext cx="1982100" cy="7101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900"/>
              </a:spcBef>
              <a:spcAft>
                <a:spcPts val="0"/>
              </a:spcAft>
              <a:buClr>
                <a:schemeClr val="dk1"/>
              </a:buClr>
              <a:buSzPts val="1700"/>
              <a:buNone/>
              <a:defRPr b="1" sz="17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2">
  <p:cSld name="CUSTOM_3_1_2">
    <p:spTree>
      <p:nvGrpSpPr>
        <p:cNvPr id="97" name="Shape 97"/>
        <p:cNvGrpSpPr/>
        <p:nvPr/>
      </p:nvGrpSpPr>
      <p:grpSpPr>
        <a:xfrm>
          <a:off x="0" y="0"/>
          <a:ext cx="0" cy="0"/>
          <a:chOff x="0" y="0"/>
          <a:chExt cx="0" cy="0"/>
        </a:xfrm>
      </p:grpSpPr>
      <p:sp>
        <p:nvSpPr>
          <p:cNvPr id="98" name="Google Shape;98;p21"/>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99" name="Google Shape;99;p21"/>
          <p:cNvSpPr txBox="1"/>
          <p:nvPr>
            <p:ph idx="1" type="body"/>
          </p:nvPr>
        </p:nvSpPr>
        <p:spPr>
          <a:xfrm>
            <a:off x="457200" y="1834900"/>
            <a:ext cx="3776100" cy="2734200"/>
          </a:xfrm>
          <a:prstGeom prst="rect">
            <a:avLst/>
          </a:prstGeom>
        </p:spPr>
        <p:txBody>
          <a:bodyPr anchorCtr="0" anchor="t" bIns="91425" lIns="0"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100" name="Google Shape;100;p21"/>
          <p:cNvSpPr txBox="1"/>
          <p:nvPr>
            <p:ph idx="2" type="body"/>
          </p:nvPr>
        </p:nvSpPr>
        <p:spPr>
          <a:xfrm>
            <a:off x="4800400" y="1834900"/>
            <a:ext cx="3776100" cy="2734200"/>
          </a:xfrm>
          <a:prstGeom prst="rect">
            <a:avLst/>
          </a:prstGeom>
        </p:spPr>
        <p:txBody>
          <a:bodyPr anchorCtr="0" anchor="t" bIns="91425" lIns="0"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101" name="Google Shape;101;p21"/>
          <p:cNvSpPr txBox="1"/>
          <p:nvPr>
            <p:ph idx="3" type="subTitle"/>
          </p:nvPr>
        </p:nvSpPr>
        <p:spPr>
          <a:xfrm>
            <a:off x="457200" y="1164900"/>
            <a:ext cx="3776100" cy="5727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
        <p:nvSpPr>
          <p:cNvPr id="102" name="Google Shape;102;p21"/>
          <p:cNvSpPr txBox="1"/>
          <p:nvPr>
            <p:ph idx="4" type="subTitle"/>
          </p:nvPr>
        </p:nvSpPr>
        <p:spPr>
          <a:xfrm>
            <a:off x="4800400" y="1164900"/>
            <a:ext cx="3776100" cy="5727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Tree>
  </p:cSld>
  <p:clrMapOvr>
    <a:masterClrMapping/>
  </p:clrMapOvr>
  <p:extLst>
    <p:ext uri="{DCECCB84-F9BA-43D5-87BE-67443E8EF086}">
      <p15:sldGuideLst>
        <p15:guide id="1" orient="horz" pos="1620">
          <p15:clr>
            <a:srgbClr val="E46962"/>
          </p15:clr>
        </p15:guide>
        <p15:guide id="2" pos="2880">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103" name="Shape 103"/>
        <p:cNvGrpSpPr/>
        <p:nvPr/>
      </p:nvGrpSpPr>
      <p:grpSpPr>
        <a:xfrm>
          <a:off x="0" y="0"/>
          <a:ext cx="0" cy="0"/>
          <a:chOff x="0" y="0"/>
          <a:chExt cx="0" cy="0"/>
        </a:xfrm>
      </p:grpSpPr>
      <p:sp>
        <p:nvSpPr>
          <p:cNvPr id="104" name="Google Shape;104;p22"/>
          <p:cNvSpPr txBox="1"/>
          <p:nvPr>
            <p:ph type="title"/>
          </p:nvPr>
        </p:nvSpPr>
        <p:spPr>
          <a:xfrm>
            <a:off x="457200" y="342900"/>
            <a:ext cx="4114800" cy="5715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105" name="Google Shape;105;p22"/>
          <p:cNvSpPr txBox="1"/>
          <p:nvPr>
            <p:ph idx="10" type="dt"/>
          </p:nvPr>
        </p:nvSpPr>
        <p:spPr>
          <a:xfrm>
            <a:off x="457200" y="4800600"/>
            <a:ext cx="2229000" cy="2406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2"/>
          <p:cNvSpPr txBox="1"/>
          <p:nvPr>
            <p:ph idx="11" type="ftr"/>
          </p:nvPr>
        </p:nvSpPr>
        <p:spPr>
          <a:xfrm>
            <a:off x="2775585" y="4800600"/>
            <a:ext cx="3592800" cy="2406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22"/>
          <p:cNvSpPr txBox="1"/>
          <p:nvPr>
            <p:ph idx="12" type="sldNum"/>
          </p:nvPr>
        </p:nvSpPr>
        <p:spPr>
          <a:xfrm>
            <a:off x="6865620" y="4800600"/>
            <a:ext cx="1821300" cy="2406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
        <p:nvSpPr>
          <p:cNvPr id="108" name="Google Shape;108;p22"/>
          <p:cNvSpPr/>
          <p:nvPr>
            <p:ph idx="2" type="pic"/>
          </p:nvPr>
        </p:nvSpPr>
        <p:spPr>
          <a:xfrm>
            <a:off x="899232" y="1352699"/>
            <a:ext cx="1035300" cy="1035300"/>
          </a:xfrm>
          <a:prstGeom prst="ellipse">
            <a:avLst/>
          </a:prstGeom>
          <a:noFill/>
          <a:ln>
            <a:noFill/>
          </a:ln>
        </p:spPr>
      </p:sp>
      <p:sp>
        <p:nvSpPr>
          <p:cNvPr id="109" name="Google Shape;109;p22"/>
          <p:cNvSpPr txBox="1"/>
          <p:nvPr>
            <p:ph idx="1" type="body"/>
          </p:nvPr>
        </p:nvSpPr>
        <p:spPr>
          <a:xfrm>
            <a:off x="456758" y="245041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110" name="Google Shape;110;p22"/>
          <p:cNvSpPr txBox="1"/>
          <p:nvPr>
            <p:ph idx="3" type="body"/>
          </p:nvPr>
        </p:nvSpPr>
        <p:spPr>
          <a:xfrm>
            <a:off x="456758" y="2694405"/>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111" name="Google Shape;111;p22"/>
          <p:cNvSpPr txBox="1"/>
          <p:nvPr>
            <p:ph idx="4" type="body"/>
          </p:nvPr>
        </p:nvSpPr>
        <p:spPr>
          <a:xfrm>
            <a:off x="2559878" y="245041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112" name="Google Shape;112;p22"/>
          <p:cNvSpPr txBox="1"/>
          <p:nvPr>
            <p:ph idx="5" type="body"/>
          </p:nvPr>
        </p:nvSpPr>
        <p:spPr>
          <a:xfrm>
            <a:off x="2559878" y="2694405"/>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113" name="Google Shape;113;p22"/>
          <p:cNvSpPr txBox="1"/>
          <p:nvPr>
            <p:ph idx="6" type="body"/>
          </p:nvPr>
        </p:nvSpPr>
        <p:spPr>
          <a:xfrm>
            <a:off x="4662998" y="245041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114" name="Google Shape;114;p22"/>
          <p:cNvSpPr txBox="1"/>
          <p:nvPr>
            <p:ph idx="7" type="body"/>
          </p:nvPr>
        </p:nvSpPr>
        <p:spPr>
          <a:xfrm>
            <a:off x="4662998" y="2694405"/>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115" name="Google Shape;115;p22"/>
          <p:cNvSpPr txBox="1"/>
          <p:nvPr>
            <p:ph idx="8" type="body"/>
          </p:nvPr>
        </p:nvSpPr>
        <p:spPr>
          <a:xfrm>
            <a:off x="6766118" y="245041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116" name="Google Shape;116;p22"/>
          <p:cNvSpPr txBox="1"/>
          <p:nvPr>
            <p:ph idx="9" type="body"/>
          </p:nvPr>
        </p:nvSpPr>
        <p:spPr>
          <a:xfrm>
            <a:off x="6766118" y="2694405"/>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117" name="Google Shape;117;p22"/>
          <p:cNvSpPr/>
          <p:nvPr>
            <p:ph idx="13" type="pic"/>
          </p:nvPr>
        </p:nvSpPr>
        <p:spPr>
          <a:xfrm>
            <a:off x="3002352" y="1352699"/>
            <a:ext cx="1035300" cy="1035300"/>
          </a:xfrm>
          <a:prstGeom prst="ellipse">
            <a:avLst/>
          </a:prstGeom>
          <a:noFill/>
          <a:ln>
            <a:noFill/>
          </a:ln>
        </p:spPr>
      </p:sp>
      <p:sp>
        <p:nvSpPr>
          <p:cNvPr id="118" name="Google Shape;118;p22"/>
          <p:cNvSpPr/>
          <p:nvPr>
            <p:ph idx="14" type="pic"/>
          </p:nvPr>
        </p:nvSpPr>
        <p:spPr>
          <a:xfrm>
            <a:off x="5105472" y="1352699"/>
            <a:ext cx="1035300" cy="1035300"/>
          </a:xfrm>
          <a:prstGeom prst="ellipse">
            <a:avLst/>
          </a:prstGeom>
          <a:noFill/>
          <a:ln>
            <a:noFill/>
          </a:ln>
        </p:spPr>
      </p:sp>
      <p:sp>
        <p:nvSpPr>
          <p:cNvPr id="119" name="Google Shape;119;p22"/>
          <p:cNvSpPr/>
          <p:nvPr>
            <p:ph idx="15" type="pic"/>
          </p:nvPr>
        </p:nvSpPr>
        <p:spPr>
          <a:xfrm>
            <a:off x="7208592" y="1352699"/>
            <a:ext cx="1035300" cy="1035300"/>
          </a:xfrm>
          <a:prstGeom prst="ellipse">
            <a:avLst/>
          </a:prstGeom>
          <a:noFill/>
          <a:ln>
            <a:noFill/>
          </a:ln>
        </p:spPr>
      </p:sp>
      <p:sp>
        <p:nvSpPr>
          <p:cNvPr id="120" name="Google Shape;120;p22"/>
          <p:cNvSpPr/>
          <p:nvPr>
            <p:ph idx="16" type="pic"/>
          </p:nvPr>
        </p:nvSpPr>
        <p:spPr>
          <a:xfrm>
            <a:off x="899232" y="3086984"/>
            <a:ext cx="1035300" cy="1035300"/>
          </a:xfrm>
          <a:prstGeom prst="ellipse">
            <a:avLst/>
          </a:prstGeom>
          <a:noFill/>
          <a:ln>
            <a:noFill/>
          </a:ln>
        </p:spPr>
      </p:sp>
      <p:sp>
        <p:nvSpPr>
          <p:cNvPr id="121" name="Google Shape;121;p22"/>
          <p:cNvSpPr txBox="1"/>
          <p:nvPr>
            <p:ph idx="17" type="body"/>
          </p:nvPr>
        </p:nvSpPr>
        <p:spPr>
          <a:xfrm>
            <a:off x="456758" y="4184703"/>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122" name="Google Shape;122;p22"/>
          <p:cNvSpPr txBox="1"/>
          <p:nvPr>
            <p:ph idx="18" type="body"/>
          </p:nvPr>
        </p:nvSpPr>
        <p:spPr>
          <a:xfrm>
            <a:off x="456758" y="442868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123" name="Google Shape;123;p22"/>
          <p:cNvSpPr txBox="1"/>
          <p:nvPr>
            <p:ph idx="19" type="body"/>
          </p:nvPr>
        </p:nvSpPr>
        <p:spPr>
          <a:xfrm>
            <a:off x="2559878" y="4184703"/>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124" name="Google Shape;124;p22"/>
          <p:cNvSpPr txBox="1"/>
          <p:nvPr>
            <p:ph idx="20" type="body"/>
          </p:nvPr>
        </p:nvSpPr>
        <p:spPr>
          <a:xfrm>
            <a:off x="2559878" y="442868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125" name="Google Shape;125;p22"/>
          <p:cNvSpPr txBox="1"/>
          <p:nvPr>
            <p:ph idx="21" type="body"/>
          </p:nvPr>
        </p:nvSpPr>
        <p:spPr>
          <a:xfrm>
            <a:off x="4662998" y="4184703"/>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126" name="Google Shape;126;p22"/>
          <p:cNvSpPr txBox="1"/>
          <p:nvPr>
            <p:ph idx="22" type="body"/>
          </p:nvPr>
        </p:nvSpPr>
        <p:spPr>
          <a:xfrm>
            <a:off x="4662998" y="442868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127" name="Google Shape;127;p22"/>
          <p:cNvSpPr txBox="1"/>
          <p:nvPr>
            <p:ph idx="23" type="body"/>
          </p:nvPr>
        </p:nvSpPr>
        <p:spPr>
          <a:xfrm>
            <a:off x="6766118" y="4184703"/>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128" name="Google Shape;128;p22"/>
          <p:cNvSpPr txBox="1"/>
          <p:nvPr>
            <p:ph idx="24" type="body"/>
          </p:nvPr>
        </p:nvSpPr>
        <p:spPr>
          <a:xfrm>
            <a:off x="6766118" y="442868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129" name="Google Shape;129;p22"/>
          <p:cNvSpPr/>
          <p:nvPr>
            <p:ph idx="25" type="pic"/>
          </p:nvPr>
        </p:nvSpPr>
        <p:spPr>
          <a:xfrm>
            <a:off x="3002352" y="3086984"/>
            <a:ext cx="1035300" cy="1035300"/>
          </a:xfrm>
          <a:prstGeom prst="ellipse">
            <a:avLst/>
          </a:prstGeom>
          <a:noFill/>
          <a:ln>
            <a:noFill/>
          </a:ln>
        </p:spPr>
      </p:sp>
      <p:sp>
        <p:nvSpPr>
          <p:cNvPr id="130" name="Google Shape;130;p22"/>
          <p:cNvSpPr/>
          <p:nvPr>
            <p:ph idx="26" type="pic"/>
          </p:nvPr>
        </p:nvSpPr>
        <p:spPr>
          <a:xfrm>
            <a:off x="5105472" y="3086984"/>
            <a:ext cx="1035300" cy="1035300"/>
          </a:xfrm>
          <a:prstGeom prst="ellipse">
            <a:avLst/>
          </a:prstGeom>
          <a:noFill/>
          <a:ln>
            <a:noFill/>
          </a:ln>
        </p:spPr>
      </p:sp>
      <p:sp>
        <p:nvSpPr>
          <p:cNvPr id="131" name="Google Shape;131;p22"/>
          <p:cNvSpPr/>
          <p:nvPr>
            <p:ph idx="27" type="pic"/>
          </p:nvPr>
        </p:nvSpPr>
        <p:spPr>
          <a:xfrm>
            <a:off x="7208592" y="3086984"/>
            <a:ext cx="1035300" cy="1035300"/>
          </a:xfrm>
          <a:prstGeom prst="ellipse">
            <a:avLst/>
          </a:prstGeom>
          <a:noFill/>
          <a:ln>
            <a:noFill/>
          </a:ln>
        </p:spPr>
      </p:sp>
      <p:sp>
        <p:nvSpPr>
          <p:cNvPr id="132" name="Google Shape;132;p22"/>
          <p:cNvSpPr txBox="1"/>
          <p:nvPr>
            <p:ph idx="28" type="body"/>
          </p:nvPr>
        </p:nvSpPr>
        <p:spPr>
          <a:xfrm>
            <a:off x="4662998" y="342899"/>
            <a:ext cx="4023300" cy="947400"/>
          </a:xfrm>
          <a:prstGeom prst="rect">
            <a:avLst/>
          </a:prstGeom>
          <a:noFill/>
          <a:ln>
            <a:noFill/>
          </a:ln>
        </p:spPr>
        <p:txBody>
          <a:bodyPr anchorCtr="0" anchor="t" bIns="34275" lIns="68575" spcFirstLastPara="1" rIns="68575" wrap="square" tIns="34275">
            <a:noAutofit/>
          </a:bodyPr>
          <a:lstStyle>
            <a:lvl1pPr indent="-228600" lvl="0" marL="457200" algn="l">
              <a:lnSpc>
                <a:spcPct val="138000"/>
              </a:lnSpc>
              <a:spcBef>
                <a:spcPts val="900"/>
              </a:spcBef>
              <a:spcAft>
                <a:spcPts val="0"/>
              </a:spcAft>
              <a:buClr>
                <a:schemeClr val="dk1"/>
              </a:buClr>
              <a:buSzPts val="1100"/>
              <a:buNone/>
              <a:defRPr sz="1100">
                <a:solidFill>
                  <a:schemeClr val="dk1"/>
                </a:solidFill>
              </a:defRPr>
            </a:lvl1pPr>
            <a:lvl2pPr indent="-298450" lvl="1" marL="914400" algn="l">
              <a:lnSpc>
                <a:spcPct val="138000"/>
              </a:lnSpc>
              <a:spcBef>
                <a:spcPts val="1200"/>
              </a:spcBef>
              <a:spcAft>
                <a:spcPts val="0"/>
              </a:spcAft>
              <a:buClr>
                <a:schemeClr val="dk1"/>
              </a:buClr>
              <a:buSzPts val="1100"/>
              <a:buChar char="○"/>
              <a:defRPr sz="1100">
                <a:solidFill>
                  <a:schemeClr val="dk1"/>
                </a:solidFill>
              </a:defRPr>
            </a:lvl2pPr>
            <a:lvl3pPr indent="-298450" lvl="2" marL="1371600" algn="l">
              <a:lnSpc>
                <a:spcPct val="138000"/>
              </a:lnSpc>
              <a:spcBef>
                <a:spcPts val="1200"/>
              </a:spcBef>
              <a:spcAft>
                <a:spcPts val="0"/>
              </a:spcAft>
              <a:buClr>
                <a:schemeClr val="dk1"/>
              </a:buClr>
              <a:buSzPts val="1100"/>
              <a:buChar char="■"/>
              <a:defRPr sz="1100">
                <a:solidFill>
                  <a:schemeClr val="dk1"/>
                </a:solidFill>
              </a:defRPr>
            </a:lvl3pPr>
            <a:lvl4pPr indent="-298450" lvl="3" marL="1828800" algn="l">
              <a:lnSpc>
                <a:spcPct val="138000"/>
              </a:lnSpc>
              <a:spcBef>
                <a:spcPts val="1200"/>
              </a:spcBef>
              <a:spcAft>
                <a:spcPts val="0"/>
              </a:spcAft>
              <a:buClr>
                <a:schemeClr val="dk1"/>
              </a:buClr>
              <a:buSzPts val="1100"/>
              <a:buChar char="●"/>
              <a:defRPr sz="1100">
                <a:solidFill>
                  <a:schemeClr val="dk1"/>
                </a:solidFill>
              </a:defRPr>
            </a:lvl4pPr>
            <a:lvl5pPr indent="-298450" lvl="4" marL="2286000" algn="l">
              <a:lnSpc>
                <a:spcPct val="138000"/>
              </a:lnSpc>
              <a:spcBef>
                <a:spcPts val="1200"/>
              </a:spcBef>
              <a:spcAft>
                <a:spcPts val="0"/>
              </a:spcAft>
              <a:buClr>
                <a:schemeClr val="dk1"/>
              </a:buClr>
              <a:buSzPts val="1100"/>
              <a:buChar char="○"/>
              <a:defRPr sz="1100">
                <a:solidFill>
                  <a:schemeClr val="dk1"/>
                </a:solidFill>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3_2">
    <p:spTree>
      <p:nvGrpSpPr>
        <p:cNvPr id="133" name="Shape 133"/>
        <p:cNvGrpSpPr/>
        <p:nvPr/>
      </p:nvGrpSpPr>
      <p:grpSpPr>
        <a:xfrm>
          <a:off x="0" y="0"/>
          <a:ext cx="0" cy="0"/>
          <a:chOff x="0" y="0"/>
          <a:chExt cx="0" cy="0"/>
        </a:xfrm>
      </p:grpSpPr>
      <p:sp>
        <p:nvSpPr>
          <p:cNvPr id="134" name="Google Shape;134;p23"/>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135" name="Google Shape;135;p23"/>
          <p:cNvSpPr txBox="1"/>
          <p:nvPr>
            <p:ph idx="1" type="body"/>
          </p:nvPr>
        </p:nvSpPr>
        <p:spPr>
          <a:xfrm>
            <a:off x="457200" y="1140000"/>
            <a:ext cx="8229600" cy="3429000"/>
          </a:xfrm>
          <a:prstGeom prst="rect">
            <a:avLst/>
          </a:prstGeom>
        </p:spPr>
        <p:txBody>
          <a:bodyPr anchorCtr="0" anchor="t" bIns="91425" lIns="0" spcFirstLastPara="1" rIns="91425" wrap="square" tIns="91425">
            <a:normAutofit/>
          </a:bodyPr>
          <a:lstStyle>
            <a:lvl1pPr indent="-304800" lvl="0" marL="457200">
              <a:spcBef>
                <a:spcPts val="0"/>
              </a:spcBef>
              <a:spcAft>
                <a:spcPts val="0"/>
              </a:spcAft>
              <a:buClr>
                <a:schemeClr val="dk1"/>
              </a:buClr>
              <a:buSzPts val="1200"/>
              <a:buChar char="•"/>
              <a:defRPr>
                <a:solidFill>
                  <a:schemeClr val="dk1"/>
                </a:solidFill>
              </a:defRPr>
            </a:lvl1pPr>
            <a:lvl2pPr indent="-330200" lvl="1" marL="914400">
              <a:spcBef>
                <a:spcPts val="1000"/>
              </a:spcBef>
              <a:spcAft>
                <a:spcPts val="0"/>
              </a:spcAft>
              <a:buClr>
                <a:schemeClr val="dk1"/>
              </a:buClr>
              <a:buSzPts val="1600"/>
              <a:buChar char="○"/>
              <a:defRPr sz="1600">
                <a:solidFill>
                  <a:schemeClr val="dk1"/>
                </a:solidFill>
              </a:defRPr>
            </a:lvl2pPr>
            <a:lvl3pPr indent="-330200" lvl="2" marL="1371600">
              <a:spcBef>
                <a:spcPts val="1000"/>
              </a:spcBef>
              <a:spcAft>
                <a:spcPts val="0"/>
              </a:spcAft>
              <a:buClr>
                <a:schemeClr val="dk1"/>
              </a:buClr>
              <a:buSzPts val="1600"/>
              <a:buChar char="■"/>
              <a:defRPr sz="1600">
                <a:solidFill>
                  <a:schemeClr val="dk1"/>
                </a:solidFill>
              </a:defRPr>
            </a:lvl3pPr>
            <a:lvl4pPr indent="-330200" lvl="3" marL="1828800">
              <a:spcBef>
                <a:spcPts val="1000"/>
              </a:spcBef>
              <a:spcAft>
                <a:spcPts val="0"/>
              </a:spcAft>
              <a:buClr>
                <a:schemeClr val="dk1"/>
              </a:buClr>
              <a:buSzPts val="1600"/>
              <a:buChar char="●"/>
              <a:defRPr sz="1600">
                <a:solidFill>
                  <a:schemeClr val="dk1"/>
                </a:solidFill>
              </a:defRPr>
            </a:lvl4pPr>
            <a:lvl5pPr indent="-330200" lvl="4" marL="2286000">
              <a:spcBef>
                <a:spcPts val="1000"/>
              </a:spcBef>
              <a:spcAft>
                <a:spcPts val="0"/>
              </a:spcAft>
              <a:buClr>
                <a:schemeClr val="dk1"/>
              </a:buClr>
              <a:buSzPts val="1600"/>
              <a:buChar char="○"/>
              <a:defRPr sz="1600">
                <a:solidFill>
                  <a:schemeClr val="dk1"/>
                </a:solidFill>
              </a:defRPr>
            </a:lvl5pPr>
            <a:lvl6pPr indent="-330200" lvl="5" marL="2743200">
              <a:spcBef>
                <a:spcPts val="1000"/>
              </a:spcBef>
              <a:spcAft>
                <a:spcPts val="0"/>
              </a:spcAft>
              <a:buClr>
                <a:schemeClr val="dk1"/>
              </a:buClr>
              <a:buSzPts val="1600"/>
              <a:buChar char="■"/>
              <a:defRPr sz="1600">
                <a:solidFill>
                  <a:schemeClr val="dk1"/>
                </a:solidFill>
              </a:defRPr>
            </a:lvl6pPr>
            <a:lvl7pPr indent="-330200" lvl="6" marL="3200400">
              <a:spcBef>
                <a:spcPts val="1000"/>
              </a:spcBef>
              <a:spcAft>
                <a:spcPts val="0"/>
              </a:spcAft>
              <a:buClr>
                <a:schemeClr val="dk1"/>
              </a:buClr>
              <a:buSzPts val="1600"/>
              <a:buChar char="●"/>
              <a:defRPr sz="1600">
                <a:solidFill>
                  <a:schemeClr val="dk1"/>
                </a:solidFill>
              </a:defRPr>
            </a:lvl7pPr>
            <a:lvl8pPr indent="-330200" lvl="7" marL="3657600">
              <a:spcBef>
                <a:spcPts val="1000"/>
              </a:spcBef>
              <a:spcAft>
                <a:spcPts val="0"/>
              </a:spcAft>
              <a:buClr>
                <a:schemeClr val="dk1"/>
              </a:buClr>
              <a:buSzPts val="1600"/>
              <a:buChar char="○"/>
              <a:defRPr sz="1600">
                <a:solidFill>
                  <a:schemeClr val="dk1"/>
                </a:solidFill>
              </a:defRPr>
            </a:lvl8pPr>
            <a:lvl9pPr indent="-330200" lvl="8" marL="4114800">
              <a:spcBef>
                <a:spcPts val="1000"/>
              </a:spcBef>
              <a:spcAft>
                <a:spcPts val="1000"/>
              </a:spcAft>
              <a:buClr>
                <a:schemeClr val="dk1"/>
              </a:buClr>
              <a:buSzPts val="1600"/>
              <a:buChar char="■"/>
              <a:defRPr sz="1600">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2">
  <p:cSld name="CUSTOM_3_3">
    <p:spTree>
      <p:nvGrpSpPr>
        <p:cNvPr id="136" name="Shape 136"/>
        <p:cNvGrpSpPr/>
        <p:nvPr/>
      </p:nvGrpSpPr>
      <p:grpSpPr>
        <a:xfrm>
          <a:off x="0" y="0"/>
          <a:ext cx="0" cy="0"/>
          <a:chOff x="0" y="0"/>
          <a:chExt cx="0" cy="0"/>
        </a:xfrm>
      </p:grpSpPr>
      <p:sp>
        <p:nvSpPr>
          <p:cNvPr id="137" name="Google Shape;137;p24"/>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138" name="Google Shape;138;p24"/>
          <p:cNvSpPr txBox="1"/>
          <p:nvPr>
            <p:ph idx="1" type="body"/>
          </p:nvPr>
        </p:nvSpPr>
        <p:spPr>
          <a:xfrm>
            <a:off x="457200" y="1140000"/>
            <a:ext cx="8229600" cy="3429000"/>
          </a:xfrm>
          <a:prstGeom prst="rect">
            <a:avLst/>
          </a:prstGeom>
        </p:spPr>
        <p:txBody>
          <a:bodyPr anchorCtr="0" anchor="t" bIns="91425" lIns="0" spcFirstLastPara="1" rIns="91425" wrap="square" tIns="91425">
            <a:normAutofit/>
          </a:bodyPr>
          <a:lstStyle>
            <a:lvl1pPr indent="-304800" lvl="0" marL="457200">
              <a:spcBef>
                <a:spcPts val="0"/>
              </a:spcBef>
              <a:spcAft>
                <a:spcPts val="0"/>
              </a:spcAft>
              <a:buClr>
                <a:schemeClr val="dk1"/>
              </a:buClr>
              <a:buSzPts val="1200"/>
              <a:buChar char="•"/>
              <a:defRPr>
                <a:solidFill>
                  <a:schemeClr val="dk1"/>
                </a:solidFill>
              </a:defRPr>
            </a:lvl1pPr>
            <a:lvl2pPr indent="-330200" lvl="1" marL="914400">
              <a:spcBef>
                <a:spcPts val="1000"/>
              </a:spcBef>
              <a:spcAft>
                <a:spcPts val="0"/>
              </a:spcAft>
              <a:buClr>
                <a:schemeClr val="dk1"/>
              </a:buClr>
              <a:buSzPts val="1600"/>
              <a:buChar char="○"/>
              <a:defRPr sz="1600">
                <a:solidFill>
                  <a:schemeClr val="dk1"/>
                </a:solidFill>
              </a:defRPr>
            </a:lvl2pPr>
            <a:lvl3pPr indent="-330200" lvl="2" marL="1371600">
              <a:spcBef>
                <a:spcPts val="1000"/>
              </a:spcBef>
              <a:spcAft>
                <a:spcPts val="0"/>
              </a:spcAft>
              <a:buClr>
                <a:schemeClr val="dk1"/>
              </a:buClr>
              <a:buSzPts val="1600"/>
              <a:buChar char="■"/>
              <a:defRPr sz="1600">
                <a:solidFill>
                  <a:schemeClr val="dk1"/>
                </a:solidFill>
              </a:defRPr>
            </a:lvl3pPr>
            <a:lvl4pPr indent="-330200" lvl="3" marL="1828800">
              <a:spcBef>
                <a:spcPts val="1000"/>
              </a:spcBef>
              <a:spcAft>
                <a:spcPts val="0"/>
              </a:spcAft>
              <a:buClr>
                <a:schemeClr val="dk1"/>
              </a:buClr>
              <a:buSzPts val="1600"/>
              <a:buChar char="●"/>
              <a:defRPr sz="1600">
                <a:solidFill>
                  <a:schemeClr val="dk1"/>
                </a:solidFill>
              </a:defRPr>
            </a:lvl4pPr>
            <a:lvl5pPr indent="-330200" lvl="4" marL="2286000">
              <a:spcBef>
                <a:spcPts val="1000"/>
              </a:spcBef>
              <a:spcAft>
                <a:spcPts val="0"/>
              </a:spcAft>
              <a:buClr>
                <a:schemeClr val="dk1"/>
              </a:buClr>
              <a:buSzPts val="1600"/>
              <a:buChar char="○"/>
              <a:defRPr sz="1600">
                <a:solidFill>
                  <a:schemeClr val="dk1"/>
                </a:solidFill>
              </a:defRPr>
            </a:lvl5pPr>
            <a:lvl6pPr indent="-330200" lvl="5" marL="2743200">
              <a:spcBef>
                <a:spcPts val="1000"/>
              </a:spcBef>
              <a:spcAft>
                <a:spcPts val="0"/>
              </a:spcAft>
              <a:buClr>
                <a:schemeClr val="dk1"/>
              </a:buClr>
              <a:buSzPts val="1600"/>
              <a:buChar char="■"/>
              <a:defRPr sz="1600">
                <a:solidFill>
                  <a:schemeClr val="dk1"/>
                </a:solidFill>
              </a:defRPr>
            </a:lvl6pPr>
            <a:lvl7pPr indent="-330200" lvl="6" marL="3200400">
              <a:spcBef>
                <a:spcPts val="1000"/>
              </a:spcBef>
              <a:spcAft>
                <a:spcPts val="0"/>
              </a:spcAft>
              <a:buClr>
                <a:schemeClr val="dk1"/>
              </a:buClr>
              <a:buSzPts val="1600"/>
              <a:buChar char="●"/>
              <a:defRPr sz="1600">
                <a:solidFill>
                  <a:schemeClr val="dk1"/>
                </a:solidFill>
              </a:defRPr>
            </a:lvl7pPr>
            <a:lvl8pPr indent="-330200" lvl="7" marL="3657600">
              <a:spcBef>
                <a:spcPts val="1000"/>
              </a:spcBef>
              <a:spcAft>
                <a:spcPts val="0"/>
              </a:spcAft>
              <a:buClr>
                <a:schemeClr val="dk1"/>
              </a:buClr>
              <a:buSzPts val="1600"/>
              <a:buChar char="○"/>
              <a:defRPr sz="1600">
                <a:solidFill>
                  <a:schemeClr val="dk1"/>
                </a:solidFill>
              </a:defRPr>
            </a:lvl8pPr>
            <a:lvl9pPr indent="-330200" lvl="8" marL="4114800">
              <a:spcBef>
                <a:spcPts val="1000"/>
              </a:spcBef>
              <a:spcAft>
                <a:spcPts val="1000"/>
              </a:spcAft>
              <a:buClr>
                <a:schemeClr val="dk1"/>
              </a:buClr>
              <a:buSzPts val="1600"/>
              <a:buChar char="■"/>
              <a:defRPr sz="1600">
                <a:solidFill>
                  <a:schemeClr val="dk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3" name="Shape 143"/>
        <p:cNvGrpSpPr/>
        <p:nvPr/>
      </p:nvGrpSpPr>
      <p:grpSpPr>
        <a:xfrm>
          <a:off x="0" y="0"/>
          <a:ext cx="0" cy="0"/>
          <a:chOff x="0" y="0"/>
          <a:chExt cx="0" cy="0"/>
        </a:xfrm>
      </p:grpSpPr>
      <p:sp>
        <p:nvSpPr>
          <p:cNvPr id="144" name="Google Shape;144;p26"/>
          <p:cNvSpPr txBox="1"/>
          <p:nvPr>
            <p:ph type="ctrTitle"/>
          </p:nvPr>
        </p:nvSpPr>
        <p:spPr>
          <a:xfrm>
            <a:off x="1029150" y="1563750"/>
            <a:ext cx="5715000" cy="2016000"/>
          </a:xfrm>
          <a:prstGeom prst="rect">
            <a:avLst/>
          </a:prstGeom>
        </p:spPr>
        <p:txBody>
          <a:bodyPr anchorCtr="0" anchor="ctr" bIns="91425" lIns="0" spcFirstLastPara="1" rIns="91425" wrap="square" tIns="91425">
            <a:normAutofit/>
          </a:bodyPr>
          <a:lstStyle>
            <a:lvl1pPr lvl="0">
              <a:spcBef>
                <a:spcPts val="0"/>
              </a:spcBef>
              <a:spcAft>
                <a:spcPts val="0"/>
              </a:spcAft>
              <a:buSzPts val="4000"/>
              <a:buFont typeface="Hanken Grotesk"/>
              <a:buNone/>
              <a:defRPr b="1" sz="4000">
                <a:latin typeface="Hanken Grotesk"/>
                <a:ea typeface="Hanken Grotesk"/>
                <a:cs typeface="Hanken Grotesk"/>
                <a:sym typeface="Hanken Grotesk"/>
              </a:defRPr>
            </a:lvl1pPr>
            <a:lvl2pPr lvl="1" algn="ctr">
              <a:spcBef>
                <a:spcPts val="0"/>
              </a:spcBef>
              <a:spcAft>
                <a:spcPts val="0"/>
              </a:spcAft>
              <a:buSzPts val="4000"/>
              <a:buFont typeface="Hanken Grotesk"/>
              <a:buNone/>
              <a:defRPr b="1" sz="4000">
                <a:latin typeface="Hanken Grotesk"/>
                <a:ea typeface="Hanken Grotesk"/>
                <a:cs typeface="Hanken Grotesk"/>
                <a:sym typeface="Hanken Grotesk"/>
              </a:defRPr>
            </a:lvl2pPr>
            <a:lvl3pPr lvl="2" algn="ctr">
              <a:spcBef>
                <a:spcPts val="0"/>
              </a:spcBef>
              <a:spcAft>
                <a:spcPts val="0"/>
              </a:spcAft>
              <a:buSzPts val="4000"/>
              <a:buFont typeface="Hanken Grotesk"/>
              <a:buNone/>
              <a:defRPr b="1" sz="4000">
                <a:latin typeface="Hanken Grotesk"/>
                <a:ea typeface="Hanken Grotesk"/>
                <a:cs typeface="Hanken Grotesk"/>
                <a:sym typeface="Hanken Grotesk"/>
              </a:defRPr>
            </a:lvl3pPr>
            <a:lvl4pPr lvl="3" algn="ctr">
              <a:spcBef>
                <a:spcPts val="0"/>
              </a:spcBef>
              <a:spcAft>
                <a:spcPts val="0"/>
              </a:spcAft>
              <a:buSzPts val="4000"/>
              <a:buFont typeface="Hanken Grotesk"/>
              <a:buNone/>
              <a:defRPr b="1" sz="4000">
                <a:latin typeface="Hanken Grotesk"/>
                <a:ea typeface="Hanken Grotesk"/>
                <a:cs typeface="Hanken Grotesk"/>
                <a:sym typeface="Hanken Grotesk"/>
              </a:defRPr>
            </a:lvl4pPr>
            <a:lvl5pPr lvl="4" algn="ctr">
              <a:spcBef>
                <a:spcPts val="0"/>
              </a:spcBef>
              <a:spcAft>
                <a:spcPts val="0"/>
              </a:spcAft>
              <a:buSzPts val="4000"/>
              <a:buFont typeface="Hanken Grotesk"/>
              <a:buNone/>
              <a:defRPr b="1" sz="4000">
                <a:latin typeface="Hanken Grotesk"/>
                <a:ea typeface="Hanken Grotesk"/>
                <a:cs typeface="Hanken Grotesk"/>
                <a:sym typeface="Hanken Grotesk"/>
              </a:defRPr>
            </a:lvl5pPr>
            <a:lvl6pPr lvl="5" algn="ctr">
              <a:spcBef>
                <a:spcPts val="0"/>
              </a:spcBef>
              <a:spcAft>
                <a:spcPts val="0"/>
              </a:spcAft>
              <a:buSzPts val="4000"/>
              <a:buFont typeface="Hanken Grotesk"/>
              <a:buNone/>
              <a:defRPr b="1" sz="4000">
                <a:latin typeface="Hanken Grotesk"/>
                <a:ea typeface="Hanken Grotesk"/>
                <a:cs typeface="Hanken Grotesk"/>
                <a:sym typeface="Hanken Grotesk"/>
              </a:defRPr>
            </a:lvl6pPr>
            <a:lvl7pPr lvl="6" algn="ctr">
              <a:spcBef>
                <a:spcPts val="0"/>
              </a:spcBef>
              <a:spcAft>
                <a:spcPts val="0"/>
              </a:spcAft>
              <a:buSzPts val="4000"/>
              <a:buFont typeface="Hanken Grotesk"/>
              <a:buNone/>
              <a:defRPr b="1" sz="4000">
                <a:latin typeface="Hanken Grotesk"/>
                <a:ea typeface="Hanken Grotesk"/>
                <a:cs typeface="Hanken Grotesk"/>
                <a:sym typeface="Hanken Grotesk"/>
              </a:defRPr>
            </a:lvl7pPr>
            <a:lvl8pPr lvl="7" algn="ctr">
              <a:spcBef>
                <a:spcPts val="0"/>
              </a:spcBef>
              <a:spcAft>
                <a:spcPts val="0"/>
              </a:spcAft>
              <a:buSzPts val="4000"/>
              <a:buFont typeface="Hanken Grotesk"/>
              <a:buNone/>
              <a:defRPr b="1" sz="4000">
                <a:latin typeface="Hanken Grotesk"/>
                <a:ea typeface="Hanken Grotesk"/>
                <a:cs typeface="Hanken Grotesk"/>
                <a:sym typeface="Hanken Grotesk"/>
              </a:defRPr>
            </a:lvl8pPr>
            <a:lvl9pPr lvl="8" algn="ctr">
              <a:spcBef>
                <a:spcPts val="0"/>
              </a:spcBef>
              <a:spcAft>
                <a:spcPts val="0"/>
              </a:spcAft>
              <a:buSzPts val="4000"/>
              <a:buFont typeface="Hanken Grotesk"/>
              <a:buNone/>
              <a:defRPr b="1" sz="4000">
                <a:latin typeface="Hanken Grotesk"/>
                <a:ea typeface="Hanken Grotesk"/>
                <a:cs typeface="Hanken Grotesk"/>
                <a:sym typeface="Hanken Grotesk"/>
              </a:defRPr>
            </a:lvl9pPr>
          </a:lstStyle>
          <a:p/>
        </p:txBody>
      </p:sp>
      <p:sp>
        <p:nvSpPr>
          <p:cNvPr id="145" name="Google Shape;145;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extLst>
    <p:ext uri="{DCECCB84-F9BA-43D5-87BE-67443E8EF086}">
      <p15:sldGuideLst>
        <p15:guide id="1" orient="horz" pos="1620">
          <p15:clr>
            <a:srgbClr val="E46962"/>
          </p15:clr>
        </p15:guide>
        <p15:guide id="2" pos="432">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2">
    <p:spTree>
      <p:nvGrpSpPr>
        <p:cNvPr id="146" name="Shape 146"/>
        <p:cNvGrpSpPr/>
        <p:nvPr/>
      </p:nvGrpSpPr>
      <p:grpSpPr>
        <a:xfrm>
          <a:off x="0" y="0"/>
          <a:ext cx="0" cy="0"/>
          <a:chOff x="0" y="0"/>
          <a:chExt cx="0" cy="0"/>
        </a:xfrm>
      </p:grpSpPr>
      <p:sp>
        <p:nvSpPr>
          <p:cNvPr id="147" name="Google Shape;147;p27"/>
          <p:cNvSpPr txBox="1"/>
          <p:nvPr>
            <p:ph idx="1" type="body"/>
          </p:nvPr>
        </p:nvSpPr>
        <p:spPr>
          <a:xfrm>
            <a:off x="311700" y="1152475"/>
            <a:ext cx="4260600" cy="3416400"/>
          </a:xfrm>
          <a:prstGeom prst="rect">
            <a:avLst/>
          </a:prstGeom>
        </p:spPr>
        <p:txBody>
          <a:bodyPr anchorCtr="0" anchor="t" bIns="91425" lIns="0" spcFirstLastPara="1" rIns="91425" wrap="square" tIns="91425">
            <a:normAutofit/>
          </a:bodyPr>
          <a:lstStyle>
            <a:lvl1pPr indent="-304800" lvl="0" marL="457200">
              <a:spcBef>
                <a:spcPts val="0"/>
              </a:spcBef>
              <a:spcAft>
                <a:spcPts val="0"/>
              </a:spcAft>
              <a:buClr>
                <a:schemeClr val="dk1"/>
              </a:buClr>
              <a:buSzPts val="1200"/>
              <a:buChar char="•"/>
              <a:defRPr>
                <a:solidFill>
                  <a:schemeClr val="dk1"/>
                </a:solidFill>
              </a:defRPr>
            </a:lvl1pPr>
            <a:lvl2pPr indent="-330200" lvl="1" marL="914400">
              <a:spcBef>
                <a:spcPts val="1000"/>
              </a:spcBef>
              <a:spcAft>
                <a:spcPts val="0"/>
              </a:spcAft>
              <a:buClr>
                <a:schemeClr val="dk1"/>
              </a:buClr>
              <a:buSzPts val="1600"/>
              <a:buChar char="○"/>
              <a:defRPr sz="1600">
                <a:solidFill>
                  <a:schemeClr val="dk1"/>
                </a:solidFill>
              </a:defRPr>
            </a:lvl2pPr>
            <a:lvl3pPr indent="-330200" lvl="2" marL="1371600">
              <a:spcBef>
                <a:spcPts val="1000"/>
              </a:spcBef>
              <a:spcAft>
                <a:spcPts val="0"/>
              </a:spcAft>
              <a:buClr>
                <a:schemeClr val="dk1"/>
              </a:buClr>
              <a:buSzPts val="1600"/>
              <a:buChar char="■"/>
              <a:defRPr sz="1600">
                <a:solidFill>
                  <a:schemeClr val="dk1"/>
                </a:solidFill>
              </a:defRPr>
            </a:lvl3pPr>
            <a:lvl4pPr indent="-330200" lvl="3" marL="1828800">
              <a:spcBef>
                <a:spcPts val="1000"/>
              </a:spcBef>
              <a:spcAft>
                <a:spcPts val="0"/>
              </a:spcAft>
              <a:buClr>
                <a:schemeClr val="dk1"/>
              </a:buClr>
              <a:buSzPts val="1600"/>
              <a:buChar char="●"/>
              <a:defRPr sz="1600">
                <a:solidFill>
                  <a:schemeClr val="dk1"/>
                </a:solidFill>
              </a:defRPr>
            </a:lvl4pPr>
            <a:lvl5pPr indent="-330200" lvl="4" marL="2286000">
              <a:spcBef>
                <a:spcPts val="1000"/>
              </a:spcBef>
              <a:spcAft>
                <a:spcPts val="0"/>
              </a:spcAft>
              <a:buClr>
                <a:schemeClr val="dk1"/>
              </a:buClr>
              <a:buSzPts val="1600"/>
              <a:buChar char="○"/>
              <a:defRPr sz="1600">
                <a:solidFill>
                  <a:schemeClr val="dk1"/>
                </a:solidFill>
              </a:defRPr>
            </a:lvl5pPr>
            <a:lvl6pPr indent="-330200" lvl="5" marL="2743200">
              <a:spcBef>
                <a:spcPts val="1000"/>
              </a:spcBef>
              <a:spcAft>
                <a:spcPts val="0"/>
              </a:spcAft>
              <a:buClr>
                <a:schemeClr val="dk1"/>
              </a:buClr>
              <a:buSzPts val="1600"/>
              <a:buChar char="■"/>
              <a:defRPr sz="1600">
                <a:solidFill>
                  <a:schemeClr val="dk1"/>
                </a:solidFill>
              </a:defRPr>
            </a:lvl6pPr>
            <a:lvl7pPr indent="-330200" lvl="6" marL="3200400">
              <a:spcBef>
                <a:spcPts val="1000"/>
              </a:spcBef>
              <a:spcAft>
                <a:spcPts val="0"/>
              </a:spcAft>
              <a:buClr>
                <a:schemeClr val="dk1"/>
              </a:buClr>
              <a:buSzPts val="1600"/>
              <a:buChar char="●"/>
              <a:defRPr sz="1600">
                <a:solidFill>
                  <a:schemeClr val="dk1"/>
                </a:solidFill>
              </a:defRPr>
            </a:lvl7pPr>
            <a:lvl8pPr indent="-330200" lvl="7" marL="3657600">
              <a:spcBef>
                <a:spcPts val="1000"/>
              </a:spcBef>
              <a:spcAft>
                <a:spcPts val="0"/>
              </a:spcAft>
              <a:buClr>
                <a:schemeClr val="dk1"/>
              </a:buClr>
              <a:buSzPts val="1600"/>
              <a:buChar char="○"/>
              <a:defRPr sz="1600">
                <a:solidFill>
                  <a:schemeClr val="dk1"/>
                </a:solidFill>
              </a:defRPr>
            </a:lvl8pPr>
            <a:lvl9pPr indent="-330200" lvl="8" marL="4114800">
              <a:spcBef>
                <a:spcPts val="1000"/>
              </a:spcBef>
              <a:spcAft>
                <a:spcPts val="1000"/>
              </a:spcAft>
              <a:buClr>
                <a:schemeClr val="dk1"/>
              </a:buClr>
              <a:buSzPts val="1600"/>
              <a:buChar char="■"/>
              <a:defRPr sz="1600">
                <a:solidFill>
                  <a:schemeClr val="dk1"/>
                </a:solidFill>
              </a:defRPr>
            </a:lvl9pPr>
          </a:lstStyle>
          <a:p/>
        </p:txBody>
      </p:sp>
      <p:sp>
        <p:nvSpPr>
          <p:cNvPr id="148" name="Google Shape;148;p27"/>
          <p:cNvSpPr txBox="1"/>
          <p:nvPr>
            <p:ph type="title"/>
          </p:nvPr>
        </p:nvSpPr>
        <p:spPr>
          <a:xfrm>
            <a:off x="311700" y="444125"/>
            <a:ext cx="8520600" cy="475500"/>
          </a:xfrm>
          <a:prstGeom prst="rect">
            <a:avLst/>
          </a:prstGeom>
        </p:spPr>
        <p:txBody>
          <a:bodyPr anchorCtr="0" anchor="t" bIns="91425" lIns="0" spcFirstLastPara="1" rIns="91425" wrap="square" tIns="91425">
            <a:normAutofit/>
          </a:bodyPr>
          <a:lstStyle>
            <a:lvl1pPr lvl="0">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1pPr>
            <a:lvl2pPr lvl="1">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2pPr>
            <a:lvl3pPr lvl="2">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3pPr>
            <a:lvl4pPr lvl="3">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4pPr>
            <a:lvl5pPr lvl="4">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5pPr>
            <a:lvl6pPr lvl="5">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6pPr>
            <a:lvl7pPr lvl="6">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7pPr>
            <a:lvl8pPr lvl="7">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8pPr>
            <a:lvl9pPr lvl="8">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2_1">
    <p:spTree>
      <p:nvGrpSpPr>
        <p:cNvPr id="149" name="Shape 149"/>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3">
  <p:cSld name="CUSTOM_3_2_1_1_1_1_1_1">
    <p:spTree>
      <p:nvGrpSpPr>
        <p:cNvPr id="150" name="Shape 150"/>
        <p:cNvGrpSpPr/>
        <p:nvPr/>
      </p:nvGrpSpPr>
      <p:grpSpPr>
        <a:xfrm>
          <a:off x="0" y="0"/>
          <a:ext cx="0" cy="0"/>
          <a:chOff x="0" y="0"/>
          <a:chExt cx="0" cy="0"/>
        </a:xfrm>
      </p:grpSpPr>
      <p:sp>
        <p:nvSpPr>
          <p:cNvPr id="151" name="Google Shape;151;p29"/>
          <p:cNvSpPr txBox="1"/>
          <p:nvPr>
            <p:ph idx="1" type="body"/>
          </p:nvPr>
        </p:nvSpPr>
        <p:spPr>
          <a:xfrm>
            <a:off x="1754975" y="1152475"/>
            <a:ext cx="5561400" cy="10074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152" name="Google Shape;152;p29"/>
          <p:cNvSpPr txBox="1"/>
          <p:nvPr>
            <p:ph idx="2" type="body"/>
          </p:nvPr>
        </p:nvSpPr>
        <p:spPr>
          <a:xfrm>
            <a:off x="1754975" y="2400247"/>
            <a:ext cx="5561400" cy="10074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153" name="Google Shape;153;p29"/>
          <p:cNvSpPr txBox="1"/>
          <p:nvPr>
            <p:ph idx="3" type="subTitle"/>
          </p:nvPr>
        </p:nvSpPr>
        <p:spPr>
          <a:xfrm>
            <a:off x="311700" y="1152475"/>
            <a:ext cx="1297800" cy="10074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54" name="Google Shape;154;p29"/>
          <p:cNvSpPr txBox="1"/>
          <p:nvPr>
            <p:ph idx="4" type="subTitle"/>
          </p:nvPr>
        </p:nvSpPr>
        <p:spPr>
          <a:xfrm>
            <a:off x="311700" y="2400237"/>
            <a:ext cx="1297800" cy="10074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55" name="Google Shape;155;p29"/>
          <p:cNvSpPr txBox="1"/>
          <p:nvPr>
            <p:ph idx="5" type="subTitle"/>
          </p:nvPr>
        </p:nvSpPr>
        <p:spPr>
          <a:xfrm>
            <a:off x="311700" y="3648024"/>
            <a:ext cx="1297800" cy="10074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56" name="Google Shape;156;p29"/>
          <p:cNvSpPr txBox="1"/>
          <p:nvPr>
            <p:ph idx="6" type="body"/>
          </p:nvPr>
        </p:nvSpPr>
        <p:spPr>
          <a:xfrm>
            <a:off x="1754975" y="3648033"/>
            <a:ext cx="5561400" cy="10074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157" name="Google Shape;157;p29"/>
          <p:cNvSpPr txBox="1"/>
          <p:nvPr>
            <p:ph type="title"/>
          </p:nvPr>
        </p:nvSpPr>
        <p:spPr>
          <a:xfrm>
            <a:off x="311700" y="444125"/>
            <a:ext cx="8520600" cy="475500"/>
          </a:xfrm>
          <a:prstGeom prst="rect">
            <a:avLst/>
          </a:prstGeom>
        </p:spPr>
        <p:txBody>
          <a:bodyPr anchorCtr="0" anchor="t" bIns="91425" lIns="0" spcFirstLastPara="1" rIns="91425" wrap="square" tIns="91425">
            <a:normAutofit/>
          </a:bodyPr>
          <a:lstStyle>
            <a:lvl1pPr lvl="0">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1pPr>
            <a:lvl2pPr lvl="1">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2pPr>
            <a:lvl3pPr lvl="2">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3pPr>
            <a:lvl4pPr lvl="3">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4pPr>
            <a:lvl5pPr lvl="4">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5pPr>
            <a:lvl6pPr lvl="5">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6pPr>
            <a:lvl7pPr lvl="6">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7pPr>
            <a:lvl8pPr lvl="7">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8pPr>
            <a:lvl9pPr lvl="8">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3_1">
    <p:spTree>
      <p:nvGrpSpPr>
        <p:cNvPr id="158" name="Shape 158"/>
        <p:cNvGrpSpPr/>
        <p:nvPr/>
      </p:nvGrpSpPr>
      <p:grpSpPr>
        <a:xfrm>
          <a:off x="0" y="0"/>
          <a:ext cx="0" cy="0"/>
          <a:chOff x="0" y="0"/>
          <a:chExt cx="0" cy="0"/>
        </a:xfrm>
      </p:grpSpPr>
      <p:sp>
        <p:nvSpPr>
          <p:cNvPr id="159" name="Google Shape;159;p30"/>
          <p:cNvSpPr txBox="1"/>
          <p:nvPr>
            <p:ph idx="1" type="body"/>
          </p:nvPr>
        </p:nvSpPr>
        <p:spPr>
          <a:xfrm>
            <a:off x="311700" y="1834900"/>
            <a:ext cx="4189200" cy="2734200"/>
          </a:xfrm>
          <a:prstGeom prst="rect">
            <a:avLst/>
          </a:prstGeom>
        </p:spPr>
        <p:txBody>
          <a:bodyPr anchorCtr="0" anchor="t" bIns="91425" lIns="0"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160" name="Google Shape;160;p30"/>
          <p:cNvSpPr txBox="1"/>
          <p:nvPr>
            <p:ph idx="2" type="body"/>
          </p:nvPr>
        </p:nvSpPr>
        <p:spPr>
          <a:xfrm>
            <a:off x="4643150" y="1834900"/>
            <a:ext cx="4189200" cy="2734200"/>
          </a:xfrm>
          <a:prstGeom prst="rect">
            <a:avLst/>
          </a:prstGeom>
        </p:spPr>
        <p:txBody>
          <a:bodyPr anchorCtr="0" anchor="t" bIns="91425" lIns="0"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161" name="Google Shape;161;p30"/>
          <p:cNvSpPr txBox="1"/>
          <p:nvPr>
            <p:ph idx="3" type="subTitle"/>
          </p:nvPr>
        </p:nvSpPr>
        <p:spPr>
          <a:xfrm>
            <a:off x="311700" y="1164900"/>
            <a:ext cx="4189200" cy="5727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
        <p:nvSpPr>
          <p:cNvPr id="162" name="Google Shape;162;p30"/>
          <p:cNvSpPr txBox="1"/>
          <p:nvPr>
            <p:ph idx="4" type="subTitle"/>
          </p:nvPr>
        </p:nvSpPr>
        <p:spPr>
          <a:xfrm>
            <a:off x="4643150" y="1164900"/>
            <a:ext cx="4189200" cy="5727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
        <p:nvSpPr>
          <p:cNvPr id="163" name="Google Shape;163;p30"/>
          <p:cNvSpPr txBox="1"/>
          <p:nvPr>
            <p:ph type="title"/>
          </p:nvPr>
        </p:nvSpPr>
        <p:spPr>
          <a:xfrm>
            <a:off x="311700" y="445025"/>
            <a:ext cx="8520600" cy="5514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Tree>
  </p:cSld>
  <p:clrMapOvr>
    <a:masterClrMapping/>
  </p:clrMapOvr>
  <p:extLst>
    <p:ext uri="{DCECCB84-F9BA-43D5-87BE-67443E8EF086}">
      <p15:sldGuideLst>
        <p15:guide id="1" orient="horz" pos="1620">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1 1">
  <p:cSld name="CUSTOM_3_2_1_1_1_1_2">
    <p:spTree>
      <p:nvGrpSpPr>
        <p:cNvPr id="164" name="Shape 164"/>
        <p:cNvGrpSpPr/>
        <p:nvPr/>
      </p:nvGrpSpPr>
      <p:grpSpPr>
        <a:xfrm>
          <a:off x="0" y="0"/>
          <a:ext cx="0" cy="0"/>
          <a:chOff x="0" y="0"/>
          <a:chExt cx="0" cy="0"/>
        </a:xfrm>
      </p:grpSpPr>
      <p:sp>
        <p:nvSpPr>
          <p:cNvPr id="165" name="Google Shape;165;p31"/>
          <p:cNvSpPr txBox="1"/>
          <p:nvPr>
            <p:ph idx="1" type="body"/>
          </p:nvPr>
        </p:nvSpPr>
        <p:spPr>
          <a:xfrm>
            <a:off x="311700" y="1810953"/>
            <a:ext cx="2023500" cy="2761200"/>
          </a:xfrm>
          <a:prstGeom prst="rect">
            <a:avLst/>
          </a:prstGeom>
          <a:noFill/>
          <a:ln>
            <a:noFill/>
          </a:ln>
        </p:spPr>
        <p:txBody>
          <a:bodyPr anchorCtr="0" anchor="t" bIns="91425" lIns="137150" spcFirstLastPara="1" rIns="137150" wrap="square" tIns="18287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166" name="Google Shape;166;p31"/>
          <p:cNvSpPr txBox="1"/>
          <p:nvPr>
            <p:ph idx="2" type="body"/>
          </p:nvPr>
        </p:nvSpPr>
        <p:spPr>
          <a:xfrm>
            <a:off x="2477483" y="1810850"/>
            <a:ext cx="2023500" cy="2761200"/>
          </a:xfrm>
          <a:prstGeom prst="rect">
            <a:avLst/>
          </a:prstGeom>
          <a:noFill/>
          <a:ln>
            <a:noFill/>
          </a:ln>
        </p:spPr>
        <p:txBody>
          <a:bodyPr anchorCtr="0" anchor="t" bIns="91425" lIns="137150" spcFirstLastPara="1" rIns="137150" wrap="square" tIns="18287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167" name="Google Shape;167;p31"/>
          <p:cNvSpPr txBox="1"/>
          <p:nvPr>
            <p:ph idx="3" type="body"/>
          </p:nvPr>
        </p:nvSpPr>
        <p:spPr>
          <a:xfrm>
            <a:off x="4643150" y="1810952"/>
            <a:ext cx="2023500" cy="2761200"/>
          </a:xfrm>
          <a:prstGeom prst="rect">
            <a:avLst/>
          </a:prstGeom>
          <a:noFill/>
          <a:ln>
            <a:noFill/>
          </a:ln>
        </p:spPr>
        <p:txBody>
          <a:bodyPr anchorCtr="0" anchor="t" bIns="91425" lIns="137150" spcFirstLastPara="1" rIns="137150" wrap="square" tIns="18287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168" name="Google Shape;168;p31"/>
          <p:cNvSpPr txBox="1"/>
          <p:nvPr>
            <p:ph idx="4" type="subTitle"/>
          </p:nvPr>
        </p:nvSpPr>
        <p:spPr>
          <a:xfrm>
            <a:off x="311700" y="1152475"/>
            <a:ext cx="2023500" cy="691500"/>
          </a:xfrm>
          <a:prstGeom prst="rect">
            <a:avLst/>
          </a:prstGeom>
        </p:spPr>
        <p:txBody>
          <a:bodyPr anchorCtr="0" anchor="t" bIns="91425" lIns="137150" spcFirstLastPara="1" rIns="137150" wrap="square" tIns="18287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69" name="Google Shape;169;p31"/>
          <p:cNvSpPr txBox="1"/>
          <p:nvPr>
            <p:ph idx="5" type="subTitle"/>
          </p:nvPr>
        </p:nvSpPr>
        <p:spPr>
          <a:xfrm>
            <a:off x="2477425" y="1152475"/>
            <a:ext cx="2023500" cy="691500"/>
          </a:xfrm>
          <a:prstGeom prst="rect">
            <a:avLst/>
          </a:prstGeom>
        </p:spPr>
        <p:txBody>
          <a:bodyPr anchorCtr="0" anchor="t" bIns="91425" lIns="137150" spcFirstLastPara="1" rIns="137150" wrap="square" tIns="18287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70" name="Google Shape;170;p31"/>
          <p:cNvSpPr txBox="1"/>
          <p:nvPr>
            <p:ph idx="6" type="subTitle"/>
          </p:nvPr>
        </p:nvSpPr>
        <p:spPr>
          <a:xfrm>
            <a:off x="4643150" y="1152475"/>
            <a:ext cx="2023500" cy="691500"/>
          </a:xfrm>
          <a:prstGeom prst="rect">
            <a:avLst/>
          </a:prstGeom>
        </p:spPr>
        <p:txBody>
          <a:bodyPr anchorCtr="0" anchor="t" bIns="91425" lIns="137150" spcFirstLastPara="1" rIns="137150" wrap="square" tIns="18287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71" name="Google Shape;171;p31"/>
          <p:cNvSpPr txBox="1"/>
          <p:nvPr>
            <p:ph idx="7" type="body"/>
          </p:nvPr>
        </p:nvSpPr>
        <p:spPr>
          <a:xfrm>
            <a:off x="6808875" y="1810952"/>
            <a:ext cx="2023500" cy="2761200"/>
          </a:xfrm>
          <a:prstGeom prst="rect">
            <a:avLst/>
          </a:prstGeom>
          <a:noFill/>
          <a:ln>
            <a:noFill/>
          </a:ln>
        </p:spPr>
        <p:txBody>
          <a:bodyPr anchorCtr="0" anchor="t" bIns="91425" lIns="137150" spcFirstLastPara="1" rIns="137150" wrap="square" tIns="18287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172" name="Google Shape;172;p31"/>
          <p:cNvSpPr txBox="1"/>
          <p:nvPr>
            <p:ph idx="8" type="subTitle"/>
          </p:nvPr>
        </p:nvSpPr>
        <p:spPr>
          <a:xfrm>
            <a:off x="6808875" y="1152475"/>
            <a:ext cx="2023500" cy="691500"/>
          </a:xfrm>
          <a:prstGeom prst="rect">
            <a:avLst/>
          </a:prstGeom>
        </p:spPr>
        <p:txBody>
          <a:bodyPr anchorCtr="0" anchor="t" bIns="91425" lIns="137150" spcFirstLastPara="1" rIns="137150" wrap="square" tIns="18287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73" name="Google Shape;173;p31"/>
          <p:cNvSpPr txBox="1"/>
          <p:nvPr>
            <p:ph type="title"/>
          </p:nvPr>
        </p:nvSpPr>
        <p:spPr>
          <a:xfrm>
            <a:off x="311700" y="445025"/>
            <a:ext cx="8520600" cy="5514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Sections">
  <p:cSld name="4-Sections">
    <p:spTree>
      <p:nvGrpSpPr>
        <p:cNvPr id="174" name="Shape 174"/>
        <p:cNvGrpSpPr/>
        <p:nvPr/>
      </p:nvGrpSpPr>
      <p:grpSpPr>
        <a:xfrm>
          <a:off x="0" y="0"/>
          <a:ext cx="0" cy="0"/>
          <a:chOff x="0" y="0"/>
          <a:chExt cx="0" cy="0"/>
        </a:xfrm>
      </p:grpSpPr>
      <p:sp>
        <p:nvSpPr>
          <p:cNvPr id="175" name="Google Shape;175;p32"/>
          <p:cNvSpPr txBox="1"/>
          <p:nvPr>
            <p:ph type="title"/>
          </p:nvPr>
        </p:nvSpPr>
        <p:spPr>
          <a:xfrm>
            <a:off x="457200" y="342900"/>
            <a:ext cx="8229600" cy="5943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176" name="Google Shape;176;p32"/>
          <p:cNvSpPr txBox="1"/>
          <p:nvPr>
            <p:ph idx="1" type="body"/>
          </p:nvPr>
        </p:nvSpPr>
        <p:spPr>
          <a:xfrm>
            <a:off x="457200" y="1876096"/>
            <a:ext cx="1982100" cy="2817900"/>
          </a:xfrm>
          <a:prstGeom prst="rect">
            <a:avLst/>
          </a:prstGeom>
          <a:noFill/>
          <a:ln>
            <a:noFill/>
          </a:ln>
        </p:spPr>
        <p:txBody>
          <a:bodyPr anchorCtr="0" anchor="t" bIns="34275" lIns="68575" spcFirstLastPara="1" rIns="68575" wrap="square" tIns="34275">
            <a:normAutofit/>
          </a:bodyPr>
          <a:lstStyle>
            <a:lvl1pPr indent="-317500" lvl="0" marL="457200" algn="l">
              <a:lnSpc>
                <a:spcPct val="150000"/>
              </a:lnSpc>
              <a:spcBef>
                <a:spcPts val="900"/>
              </a:spcBef>
              <a:spcAft>
                <a:spcPts val="0"/>
              </a:spcAft>
              <a:buClr>
                <a:schemeClr val="dk1"/>
              </a:buClr>
              <a:buSzPts val="1400"/>
              <a:buChar char="●"/>
              <a:defRPr/>
            </a:lvl1pPr>
            <a:lvl2pPr indent="-317500" lvl="1" marL="914400" algn="l">
              <a:lnSpc>
                <a:spcPct val="150000"/>
              </a:lnSpc>
              <a:spcBef>
                <a:spcPts val="1200"/>
              </a:spcBef>
              <a:spcAft>
                <a:spcPts val="0"/>
              </a:spcAft>
              <a:buClr>
                <a:schemeClr val="dk1"/>
              </a:buClr>
              <a:buSzPts val="1400"/>
              <a:buChar char="○"/>
              <a:defRPr/>
            </a:lvl2pPr>
            <a:lvl3pPr indent="-317500" lvl="2" marL="1371600" algn="l">
              <a:lnSpc>
                <a:spcPct val="150000"/>
              </a:lnSpc>
              <a:spcBef>
                <a:spcPts val="1200"/>
              </a:spcBef>
              <a:spcAft>
                <a:spcPts val="0"/>
              </a:spcAft>
              <a:buClr>
                <a:schemeClr val="dk1"/>
              </a:buClr>
              <a:buSzPts val="1400"/>
              <a:buChar char="■"/>
              <a:defRPr/>
            </a:lvl3pPr>
            <a:lvl4pPr indent="-317500" lvl="3" marL="1828800" algn="l">
              <a:lnSpc>
                <a:spcPct val="150000"/>
              </a:lnSpc>
              <a:spcBef>
                <a:spcPts val="1200"/>
              </a:spcBef>
              <a:spcAft>
                <a:spcPts val="0"/>
              </a:spcAft>
              <a:buClr>
                <a:schemeClr val="dk1"/>
              </a:buClr>
              <a:buSzPts val="1400"/>
              <a:buChar char="●"/>
              <a:defRPr/>
            </a:lvl4pPr>
            <a:lvl5pPr indent="-317500" lvl="4" marL="2286000" algn="l">
              <a:lnSpc>
                <a:spcPct val="15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77" name="Google Shape;177;p32"/>
          <p:cNvSpPr txBox="1"/>
          <p:nvPr>
            <p:ph idx="2" type="body"/>
          </p:nvPr>
        </p:nvSpPr>
        <p:spPr>
          <a:xfrm>
            <a:off x="2539746" y="1876096"/>
            <a:ext cx="1982100" cy="2817900"/>
          </a:xfrm>
          <a:prstGeom prst="rect">
            <a:avLst/>
          </a:prstGeom>
          <a:noFill/>
          <a:ln>
            <a:noFill/>
          </a:ln>
        </p:spPr>
        <p:txBody>
          <a:bodyPr anchorCtr="0" anchor="t" bIns="34275" lIns="68575" spcFirstLastPara="1" rIns="68575" wrap="square" tIns="34275">
            <a:normAutofit/>
          </a:bodyPr>
          <a:lstStyle>
            <a:lvl1pPr indent="-317500" lvl="0" marL="457200" algn="l">
              <a:lnSpc>
                <a:spcPct val="150000"/>
              </a:lnSpc>
              <a:spcBef>
                <a:spcPts val="900"/>
              </a:spcBef>
              <a:spcAft>
                <a:spcPts val="0"/>
              </a:spcAft>
              <a:buClr>
                <a:schemeClr val="dk1"/>
              </a:buClr>
              <a:buSzPts val="1400"/>
              <a:buChar char="●"/>
              <a:defRPr/>
            </a:lvl1pPr>
            <a:lvl2pPr indent="-317500" lvl="1" marL="914400" algn="l">
              <a:lnSpc>
                <a:spcPct val="150000"/>
              </a:lnSpc>
              <a:spcBef>
                <a:spcPts val="1200"/>
              </a:spcBef>
              <a:spcAft>
                <a:spcPts val="0"/>
              </a:spcAft>
              <a:buClr>
                <a:schemeClr val="dk1"/>
              </a:buClr>
              <a:buSzPts val="1400"/>
              <a:buChar char="○"/>
              <a:defRPr/>
            </a:lvl2pPr>
            <a:lvl3pPr indent="-317500" lvl="2" marL="1371600" algn="l">
              <a:lnSpc>
                <a:spcPct val="150000"/>
              </a:lnSpc>
              <a:spcBef>
                <a:spcPts val="1200"/>
              </a:spcBef>
              <a:spcAft>
                <a:spcPts val="0"/>
              </a:spcAft>
              <a:buClr>
                <a:schemeClr val="dk1"/>
              </a:buClr>
              <a:buSzPts val="1400"/>
              <a:buChar char="■"/>
              <a:defRPr/>
            </a:lvl3pPr>
            <a:lvl4pPr indent="-317500" lvl="3" marL="1828800" algn="l">
              <a:lnSpc>
                <a:spcPct val="150000"/>
              </a:lnSpc>
              <a:spcBef>
                <a:spcPts val="1200"/>
              </a:spcBef>
              <a:spcAft>
                <a:spcPts val="0"/>
              </a:spcAft>
              <a:buClr>
                <a:schemeClr val="dk1"/>
              </a:buClr>
              <a:buSzPts val="1400"/>
              <a:buChar char="●"/>
              <a:defRPr/>
            </a:lvl4pPr>
            <a:lvl5pPr indent="-317500" lvl="4" marL="2286000" algn="l">
              <a:lnSpc>
                <a:spcPct val="15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78" name="Google Shape;178;p32"/>
          <p:cNvSpPr txBox="1"/>
          <p:nvPr>
            <p:ph idx="12" type="sldNum"/>
          </p:nvPr>
        </p:nvSpPr>
        <p:spPr>
          <a:xfrm>
            <a:off x="6865620" y="4800600"/>
            <a:ext cx="1821300" cy="2406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
        <p:nvSpPr>
          <p:cNvPr id="179" name="Google Shape;179;p32"/>
          <p:cNvSpPr txBox="1"/>
          <p:nvPr>
            <p:ph idx="3" type="body"/>
          </p:nvPr>
        </p:nvSpPr>
        <p:spPr>
          <a:xfrm>
            <a:off x="457200" y="1059180"/>
            <a:ext cx="1982100" cy="7101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900"/>
              </a:spcBef>
              <a:spcAft>
                <a:spcPts val="0"/>
              </a:spcAft>
              <a:buClr>
                <a:schemeClr val="dk1"/>
              </a:buClr>
              <a:buSzPts val="1700"/>
              <a:buNone/>
              <a:defRPr b="1" sz="17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180" name="Google Shape;180;p32"/>
          <p:cNvSpPr txBox="1"/>
          <p:nvPr>
            <p:ph idx="4" type="body"/>
          </p:nvPr>
        </p:nvSpPr>
        <p:spPr>
          <a:xfrm>
            <a:off x="2539746" y="1059180"/>
            <a:ext cx="1982100" cy="7101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900"/>
              </a:spcBef>
              <a:spcAft>
                <a:spcPts val="0"/>
              </a:spcAft>
              <a:buClr>
                <a:schemeClr val="dk1"/>
              </a:buClr>
              <a:buSzPts val="1700"/>
              <a:buNone/>
              <a:defRPr b="1" sz="17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181" name="Google Shape;181;p32"/>
          <p:cNvSpPr txBox="1"/>
          <p:nvPr>
            <p:ph idx="5" type="body"/>
          </p:nvPr>
        </p:nvSpPr>
        <p:spPr>
          <a:xfrm>
            <a:off x="4622292" y="1876096"/>
            <a:ext cx="1982100" cy="2817900"/>
          </a:xfrm>
          <a:prstGeom prst="rect">
            <a:avLst/>
          </a:prstGeom>
          <a:noFill/>
          <a:ln>
            <a:noFill/>
          </a:ln>
        </p:spPr>
        <p:txBody>
          <a:bodyPr anchorCtr="0" anchor="t" bIns="34275" lIns="68575" spcFirstLastPara="1" rIns="68575" wrap="square" tIns="34275">
            <a:normAutofit/>
          </a:bodyPr>
          <a:lstStyle>
            <a:lvl1pPr indent="-317500" lvl="0" marL="457200" algn="l">
              <a:lnSpc>
                <a:spcPct val="150000"/>
              </a:lnSpc>
              <a:spcBef>
                <a:spcPts val="900"/>
              </a:spcBef>
              <a:spcAft>
                <a:spcPts val="0"/>
              </a:spcAft>
              <a:buClr>
                <a:schemeClr val="dk1"/>
              </a:buClr>
              <a:buSzPts val="1400"/>
              <a:buChar char="●"/>
              <a:defRPr/>
            </a:lvl1pPr>
            <a:lvl2pPr indent="-317500" lvl="1" marL="914400" algn="l">
              <a:lnSpc>
                <a:spcPct val="150000"/>
              </a:lnSpc>
              <a:spcBef>
                <a:spcPts val="1200"/>
              </a:spcBef>
              <a:spcAft>
                <a:spcPts val="0"/>
              </a:spcAft>
              <a:buClr>
                <a:schemeClr val="dk1"/>
              </a:buClr>
              <a:buSzPts val="1400"/>
              <a:buChar char="○"/>
              <a:defRPr/>
            </a:lvl2pPr>
            <a:lvl3pPr indent="-317500" lvl="2" marL="1371600" algn="l">
              <a:lnSpc>
                <a:spcPct val="150000"/>
              </a:lnSpc>
              <a:spcBef>
                <a:spcPts val="1200"/>
              </a:spcBef>
              <a:spcAft>
                <a:spcPts val="0"/>
              </a:spcAft>
              <a:buClr>
                <a:schemeClr val="dk1"/>
              </a:buClr>
              <a:buSzPts val="1400"/>
              <a:buChar char="■"/>
              <a:defRPr/>
            </a:lvl3pPr>
            <a:lvl4pPr indent="-317500" lvl="3" marL="1828800" algn="l">
              <a:lnSpc>
                <a:spcPct val="150000"/>
              </a:lnSpc>
              <a:spcBef>
                <a:spcPts val="1200"/>
              </a:spcBef>
              <a:spcAft>
                <a:spcPts val="0"/>
              </a:spcAft>
              <a:buClr>
                <a:schemeClr val="dk1"/>
              </a:buClr>
              <a:buSzPts val="1400"/>
              <a:buChar char="●"/>
              <a:defRPr/>
            </a:lvl4pPr>
            <a:lvl5pPr indent="-317500" lvl="4" marL="2286000" algn="l">
              <a:lnSpc>
                <a:spcPct val="15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82" name="Google Shape;182;p32"/>
          <p:cNvSpPr txBox="1"/>
          <p:nvPr>
            <p:ph idx="6" type="body"/>
          </p:nvPr>
        </p:nvSpPr>
        <p:spPr>
          <a:xfrm>
            <a:off x="6704838" y="1877673"/>
            <a:ext cx="1982100" cy="2817900"/>
          </a:xfrm>
          <a:prstGeom prst="rect">
            <a:avLst/>
          </a:prstGeom>
          <a:noFill/>
          <a:ln>
            <a:noFill/>
          </a:ln>
        </p:spPr>
        <p:txBody>
          <a:bodyPr anchorCtr="0" anchor="t" bIns="34275" lIns="68575" spcFirstLastPara="1" rIns="68575" wrap="square" tIns="34275">
            <a:normAutofit/>
          </a:bodyPr>
          <a:lstStyle>
            <a:lvl1pPr indent="-317500" lvl="0" marL="457200" algn="l">
              <a:lnSpc>
                <a:spcPct val="150000"/>
              </a:lnSpc>
              <a:spcBef>
                <a:spcPts val="900"/>
              </a:spcBef>
              <a:spcAft>
                <a:spcPts val="0"/>
              </a:spcAft>
              <a:buClr>
                <a:schemeClr val="dk1"/>
              </a:buClr>
              <a:buSzPts val="1400"/>
              <a:buChar char="●"/>
              <a:defRPr/>
            </a:lvl1pPr>
            <a:lvl2pPr indent="-317500" lvl="1" marL="914400" algn="l">
              <a:lnSpc>
                <a:spcPct val="150000"/>
              </a:lnSpc>
              <a:spcBef>
                <a:spcPts val="1200"/>
              </a:spcBef>
              <a:spcAft>
                <a:spcPts val="0"/>
              </a:spcAft>
              <a:buClr>
                <a:schemeClr val="dk1"/>
              </a:buClr>
              <a:buSzPts val="1400"/>
              <a:buChar char="○"/>
              <a:defRPr/>
            </a:lvl2pPr>
            <a:lvl3pPr indent="-317500" lvl="2" marL="1371600" algn="l">
              <a:lnSpc>
                <a:spcPct val="150000"/>
              </a:lnSpc>
              <a:spcBef>
                <a:spcPts val="1200"/>
              </a:spcBef>
              <a:spcAft>
                <a:spcPts val="0"/>
              </a:spcAft>
              <a:buClr>
                <a:schemeClr val="dk1"/>
              </a:buClr>
              <a:buSzPts val="1400"/>
              <a:buChar char="■"/>
              <a:defRPr/>
            </a:lvl3pPr>
            <a:lvl4pPr indent="-317500" lvl="3" marL="1828800" algn="l">
              <a:lnSpc>
                <a:spcPct val="150000"/>
              </a:lnSpc>
              <a:spcBef>
                <a:spcPts val="1200"/>
              </a:spcBef>
              <a:spcAft>
                <a:spcPts val="0"/>
              </a:spcAft>
              <a:buClr>
                <a:schemeClr val="dk1"/>
              </a:buClr>
              <a:buSzPts val="1400"/>
              <a:buChar char="●"/>
              <a:defRPr/>
            </a:lvl4pPr>
            <a:lvl5pPr indent="-317500" lvl="4" marL="2286000" algn="l">
              <a:lnSpc>
                <a:spcPct val="15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83" name="Google Shape;183;p32"/>
          <p:cNvSpPr txBox="1"/>
          <p:nvPr>
            <p:ph idx="7" type="body"/>
          </p:nvPr>
        </p:nvSpPr>
        <p:spPr>
          <a:xfrm>
            <a:off x="4622292" y="1059180"/>
            <a:ext cx="1982100" cy="7101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900"/>
              </a:spcBef>
              <a:spcAft>
                <a:spcPts val="0"/>
              </a:spcAft>
              <a:buClr>
                <a:schemeClr val="dk1"/>
              </a:buClr>
              <a:buSzPts val="1700"/>
              <a:buNone/>
              <a:defRPr b="1" sz="17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184" name="Google Shape;184;p32"/>
          <p:cNvSpPr txBox="1"/>
          <p:nvPr>
            <p:ph idx="8" type="body"/>
          </p:nvPr>
        </p:nvSpPr>
        <p:spPr>
          <a:xfrm>
            <a:off x="6704838" y="1059180"/>
            <a:ext cx="1982100" cy="7101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900"/>
              </a:spcBef>
              <a:spcAft>
                <a:spcPts val="0"/>
              </a:spcAft>
              <a:buClr>
                <a:schemeClr val="dk1"/>
              </a:buClr>
              <a:buSzPts val="1700"/>
              <a:buNone/>
              <a:defRPr b="1" sz="17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2">
  <p:cSld name="CUSTOM_3_1_2">
    <p:spTree>
      <p:nvGrpSpPr>
        <p:cNvPr id="185" name="Shape 185"/>
        <p:cNvGrpSpPr/>
        <p:nvPr/>
      </p:nvGrpSpPr>
      <p:grpSpPr>
        <a:xfrm>
          <a:off x="0" y="0"/>
          <a:ext cx="0" cy="0"/>
          <a:chOff x="0" y="0"/>
          <a:chExt cx="0" cy="0"/>
        </a:xfrm>
      </p:grpSpPr>
      <p:sp>
        <p:nvSpPr>
          <p:cNvPr id="186" name="Google Shape;186;p33"/>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187" name="Google Shape;187;p33"/>
          <p:cNvSpPr txBox="1"/>
          <p:nvPr>
            <p:ph idx="1" type="body"/>
          </p:nvPr>
        </p:nvSpPr>
        <p:spPr>
          <a:xfrm>
            <a:off x="457200" y="1834900"/>
            <a:ext cx="3776100" cy="2734200"/>
          </a:xfrm>
          <a:prstGeom prst="rect">
            <a:avLst/>
          </a:prstGeom>
        </p:spPr>
        <p:txBody>
          <a:bodyPr anchorCtr="0" anchor="t" bIns="91425" lIns="0"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188" name="Google Shape;188;p33"/>
          <p:cNvSpPr txBox="1"/>
          <p:nvPr>
            <p:ph idx="2" type="body"/>
          </p:nvPr>
        </p:nvSpPr>
        <p:spPr>
          <a:xfrm>
            <a:off x="4800400" y="1834900"/>
            <a:ext cx="3776100" cy="2734200"/>
          </a:xfrm>
          <a:prstGeom prst="rect">
            <a:avLst/>
          </a:prstGeom>
        </p:spPr>
        <p:txBody>
          <a:bodyPr anchorCtr="0" anchor="t" bIns="91425" lIns="0"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189" name="Google Shape;189;p33"/>
          <p:cNvSpPr txBox="1"/>
          <p:nvPr>
            <p:ph idx="3" type="subTitle"/>
          </p:nvPr>
        </p:nvSpPr>
        <p:spPr>
          <a:xfrm>
            <a:off x="457200" y="1164900"/>
            <a:ext cx="3776100" cy="5727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
        <p:nvSpPr>
          <p:cNvPr id="190" name="Google Shape;190;p33"/>
          <p:cNvSpPr txBox="1"/>
          <p:nvPr>
            <p:ph idx="4" type="subTitle"/>
          </p:nvPr>
        </p:nvSpPr>
        <p:spPr>
          <a:xfrm>
            <a:off x="4800400" y="1164900"/>
            <a:ext cx="3776100" cy="5727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Tree>
  </p:cSld>
  <p:clrMapOvr>
    <a:masterClrMapping/>
  </p:clrMapOvr>
  <p:extLst>
    <p:ext uri="{DCECCB84-F9BA-43D5-87BE-67443E8EF086}">
      <p15:sldGuideLst>
        <p15:guide id="1" orient="horz" pos="1620">
          <p15:clr>
            <a:srgbClr val="E46962"/>
          </p15:clr>
        </p15:guide>
        <p15:guide id="2" pos="2880">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191" name="Shape 191"/>
        <p:cNvGrpSpPr/>
        <p:nvPr/>
      </p:nvGrpSpPr>
      <p:grpSpPr>
        <a:xfrm>
          <a:off x="0" y="0"/>
          <a:ext cx="0" cy="0"/>
          <a:chOff x="0" y="0"/>
          <a:chExt cx="0" cy="0"/>
        </a:xfrm>
      </p:grpSpPr>
      <p:sp>
        <p:nvSpPr>
          <p:cNvPr id="192" name="Google Shape;192;p34"/>
          <p:cNvSpPr txBox="1"/>
          <p:nvPr>
            <p:ph type="title"/>
          </p:nvPr>
        </p:nvSpPr>
        <p:spPr>
          <a:xfrm>
            <a:off x="457200" y="342900"/>
            <a:ext cx="4114800" cy="5715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193" name="Google Shape;193;p34"/>
          <p:cNvSpPr txBox="1"/>
          <p:nvPr>
            <p:ph idx="10" type="dt"/>
          </p:nvPr>
        </p:nvSpPr>
        <p:spPr>
          <a:xfrm>
            <a:off x="457200" y="4800600"/>
            <a:ext cx="2229000" cy="2406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34"/>
          <p:cNvSpPr txBox="1"/>
          <p:nvPr>
            <p:ph idx="11" type="ftr"/>
          </p:nvPr>
        </p:nvSpPr>
        <p:spPr>
          <a:xfrm>
            <a:off x="2775585" y="4800600"/>
            <a:ext cx="3592800" cy="2406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34"/>
          <p:cNvSpPr txBox="1"/>
          <p:nvPr>
            <p:ph idx="12" type="sldNum"/>
          </p:nvPr>
        </p:nvSpPr>
        <p:spPr>
          <a:xfrm>
            <a:off x="6865620" y="4800600"/>
            <a:ext cx="1821300" cy="2406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
        <p:nvSpPr>
          <p:cNvPr id="196" name="Google Shape;196;p34"/>
          <p:cNvSpPr/>
          <p:nvPr>
            <p:ph idx="2" type="pic"/>
          </p:nvPr>
        </p:nvSpPr>
        <p:spPr>
          <a:xfrm>
            <a:off x="899232" y="1352699"/>
            <a:ext cx="1035300" cy="1035300"/>
          </a:xfrm>
          <a:prstGeom prst="ellipse">
            <a:avLst/>
          </a:prstGeom>
          <a:noFill/>
          <a:ln>
            <a:noFill/>
          </a:ln>
        </p:spPr>
      </p:sp>
      <p:sp>
        <p:nvSpPr>
          <p:cNvPr id="197" name="Google Shape;197;p34"/>
          <p:cNvSpPr txBox="1"/>
          <p:nvPr>
            <p:ph idx="1" type="body"/>
          </p:nvPr>
        </p:nvSpPr>
        <p:spPr>
          <a:xfrm>
            <a:off x="456758" y="245041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198" name="Google Shape;198;p34"/>
          <p:cNvSpPr txBox="1"/>
          <p:nvPr>
            <p:ph idx="3" type="body"/>
          </p:nvPr>
        </p:nvSpPr>
        <p:spPr>
          <a:xfrm>
            <a:off x="456758" y="2694405"/>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199" name="Google Shape;199;p34"/>
          <p:cNvSpPr txBox="1"/>
          <p:nvPr>
            <p:ph idx="4" type="body"/>
          </p:nvPr>
        </p:nvSpPr>
        <p:spPr>
          <a:xfrm>
            <a:off x="2559878" y="245041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200" name="Google Shape;200;p34"/>
          <p:cNvSpPr txBox="1"/>
          <p:nvPr>
            <p:ph idx="5" type="body"/>
          </p:nvPr>
        </p:nvSpPr>
        <p:spPr>
          <a:xfrm>
            <a:off x="2559878" y="2694405"/>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201" name="Google Shape;201;p34"/>
          <p:cNvSpPr txBox="1"/>
          <p:nvPr>
            <p:ph idx="6" type="body"/>
          </p:nvPr>
        </p:nvSpPr>
        <p:spPr>
          <a:xfrm>
            <a:off x="4662998" y="245041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202" name="Google Shape;202;p34"/>
          <p:cNvSpPr txBox="1"/>
          <p:nvPr>
            <p:ph idx="7" type="body"/>
          </p:nvPr>
        </p:nvSpPr>
        <p:spPr>
          <a:xfrm>
            <a:off x="4662998" y="2694405"/>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203" name="Google Shape;203;p34"/>
          <p:cNvSpPr txBox="1"/>
          <p:nvPr>
            <p:ph idx="8" type="body"/>
          </p:nvPr>
        </p:nvSpPr>
        <p:spPr>
          <a:xfrm>
            <a:off x="6766118" y="245041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204" name="Google Shape;204;p34"/>
          <p:cNvSpPr txBox="1"/>
          <p:nvPr>
            <p:ph idx="9" type="body"/>
          </p:nvPr>
        </p:nvSpPr>
        <p:spPr>
          <a:xfrm>
            <a:off x="6766118" y="2694405"/>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205" name="Google Shape;205;p34"/>
          <p:cNvSpPr/>
          <p:nvPr>
            <p:ph idx="13" type="pic"/>
          </p:nvPr>
        </p:nvSpPr>
        <p:spPr>
          <a:xfrm>
            <a:off x="3002352" y="1352699"/>
            <a:ext cx="1035300" cy="1035300"/>
          </a:xfrm>
          <a:prstGeom prst="ellipse">
            <a:avLst/>
          </a:prstGeom>
          <a:noFill/>
          <a:ln>
            <a:noFill/>
          </a:ln>
        </p:spPr>
      </p:sp>
      <p:sp>
        <p:nvSpPr>
          <p:cNvPr id="206" name="Google Shape;206;p34"/>
          <p:cNvSpPr/>
          <p:nvPr>
            <p:ph idx="14" type="pic"/>
          </p:nvPr>
        </p:nvSpPr>
        <p:spPr>
          <a:xfrm>
            <a:off x="5105472" y="1352699"/>
            <a:ext cx="1035300" cy="1035300"/>
          </a:xfrm>
          <a:prstGeom prst="ellipse">
            <a:avLst/>
          </a:prstGeom>
          <a:noFill/>
          <a:ln>
            <a:noFill/>
          </a:ln>
        </p:spPr>
      </p:sp>
      <p:sp>
        <p:nvSpPr>
          <p:cNvPr id="207" name="Google Shape;207;p34"/>
          <p:cNvSpPr/>
          <p:nvPr>
            <p:ph idx="15" type="pic"/>
          </p:nvPr>
        </p:nvSpPr>
        <p:spPr>
          <a:xfrm>
            <a:off x="7208592" y="1352699"/>
            <a:ext cx="1035300" cy="1035300"/>
          </a:xfrm>
          <a:prstGeom prst="ellipse">
            <a:avLst/>
          </a:prstGeom>
          <a:noFill/>
          <a:ln>
            <a:noFill/>
          </a:ln>
        </p:spPr>
      </p:sp>
      <p:sp>
        <p:nvSpPr>
          <p:cNvPr id="208" name="Google Shape;208;p34"/>
          <p:cNvSpPr/>
          <p:nvPr>
            <p:ph idx="16" type="pic"/>
          </p:nvPr>
        </p:nvSpPr>
        <p:spPr>
          <a:xfrm>
            <a:off x="899232" y="3086984"/>
            <a:ext cx="1035300" cy="1035300"/>
          </a:xfrm>
          <a:prstGeom prst="ellipse">
            <a:avLst/>
          </a:prstGeom>
          <a:noFill/>
          <a:ln>
            <a:noFill/>
          </a:ln>
        </p:spPr>
      </p:sp>
      <p:sp>
        <p:nvSpPr>
          <p:cNvPr id="209" name="Google Shape;209;p34"/>
          <p:cNvSpPr txBox="1"/>
          <p:nvPr>
            <p:ph idx="17" type="body"/>
          </p:nvPr>
        </p:nvSpPr>
        <p:spPr>
          <a:xfrm>
            <a:off x="456758" y="4184703"/>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210" name="Google Shape;210;p34"/>
          <p:cNvSpPr txBox="1"/>
          <p:nvPr>
            <p:ph idx="18" type="body"/>
          </p:nvPr>
        </p:nvSpPr>
        <p:spPr>
          <a:xfrm>
            <a:off x="456758" y="442868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211" name="Google Shape;211;p34"/>
          <p:cNvSpPr txBox="1"/>
          <p:nvPr>
            <p:ph idx="19" type="body"/>
          </p:nvPr>
        </p:nvSpPr>
        <p:spPr>
          <a:xfrm>
            <a:off x="2559878" y="4184703"/>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212" name="Google Shape;212;p34"/>
          <p:cNvSpPr txBox="1"/>
          <p:nvPr>
            <p:ph idx="20" type="body"/>
          </p:nvPr>
        </p:nvSpPr>
        <p:spPr>
          <a:xfrm>
            <a:off x="2559878" y="442868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213" name="Google Shape;213;p34"/>
          <p:cNvSpPr txBox="1"/>
          <p:nvPr>
            <p:ph idx="21" type="body"/>
          </p:nvPr>
        </p:nvSpPr>
        <p:spPr>
          <a:xfrm>
            <a:off x="4662998" y="4184703"/>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214" name="Google Shape;214;p34"/>
          <p:cNvSpPr txBox="1"/>
          <p:nvPr>
            <p:ph idx="22" type="body"/>
          </p:nvPr>
        </p:nvSpPr>
        <p:spPr>
          <a:xfrm>
            <a:off x="4662998" y="442868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215" name="Google Shape;215;p34"/>
          <p:cNvSpPr txBox="1"/>
          <p:nvPr>
            <p:ph idx="23" type="body"/>
          </p:nvPr>
        </p:nvSpPr>
        <p:spPr>
          <a:xfrm>
            <a:off x="6766118" y="4184703"/>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216" name="Google Shape;216;p34"/>
          <p:cNvSpPr txBox="1"/>
          <p:nvPr>
            <p:ph idx="24" type="body"/>
          </p:nvPr>
        </p:nvSpPr>
        <p:spPr>
          <a:xfrm>
            <a:off x="6766118" y="442868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217" name="Google Shape;217;p34"/>
          <p:cNvSpPr/>
          <p:nvPr>
            <p:ph idx="25" type="pic"/>
          </p:nvPr>
        </p:nvSpPr>
        <p:spPr>
          <a:xfrm>
            <a:off x="3002352" y="3086984"/>
            <a:ext cx="1035300" cy="1035300"/>
          </a:xfrm>
          <a:prstGeom prst="ellipse">
            <a:avLst/>
          </a:prstGeom>
          <a:noFill/>
          <a:ln>
            <a:noFill/>
          </a:ln>
        </p:spPr>
      </p:sp>
      <p:sp>
        <p:nvSpPr>
          <p:cNvPr id="218" name="Google Shape;218;p34"/>
          <p:cNvSpPr/>
          <p:nvPr>
            <p:ph idx="26" type="pic"/>
          </p:nvPr>
        </p:nvSpPr>
        <p:spPr>
          <a:xfrm>
            <a:off x="5105472" y="3086984"/>
            <a:ext cx="1035300" cy="1035300"/>
          </a:xfrm>
          <a:prstGeom prst="ellipse">
            <a:avLst/>
          </a:prstGeom>
          <a:noFill/>
          <a:ln>
            <a:noFill/>
          </a:ln>
        </p:spPr>
      </p:sp>
      <p:sp>
        <p:nvSpPr>
          <p:cNvPr id="219" name="Google Shape;219;p34"/>
          <p:cNvSpPr/>
          <p:nvPr>
            <p:ph idx="27" type="pic"/>
          </p:nvPr>
        </p:nvSpPr>
        <p:spPr>
          <a:xfrm>
            <a:off x="7208592" y="3086984"/>
            <a:ext cx="1035300" cy="1035300"/>
          </a:xfrm>
          <a:prstGeom prst="ellipse">
            <a:avLst/>
          </a:prstGeom>
          <a:noFill/>
          <a:ln>
            <a:noFill/>
          </a:ln>
        </p:spPr>
      </p:sp>
      <p:sp>
        <p:nvSpPr>
          <p:cNvPr id="220" name="Google Shape;220;p34"/>
          <p:cNvSpPr txBox="1"/>
          <p:nvPr>
            <p:ph idx="28" type="body"/>
          </p:nvPr>
        </p:nvSpPr>
        <p:spPr>
          <a:xfrm>
            <a:off x="4662998" y="342899"/>
            <a:ext cx="4023300" cy="947400"/>
          </a:xfrm>
          <a:prstGeom prst="rect">
            <a:avLst/>
          </a:prstGeom>
          <a:noFill/>
          <a:ln>
            <a:noFill/>
          </a:ln>
        </p:spPr>
        <p:txBody>
          <a:bodyPr anchorCtr="0" anchor="t" bIns="34275" lIns="68575" spcFirstLastPara="1" rIns="68575" wrap="square" tIns="34275">
            <a:noAutofit/>
          </a:bodyPr>
          <a:lstStyle>
            <a:lvl1pPr indent="-228600" lvl="0" marL="457200" algn="l">
              <a:lnSpc>
                <a:spcPct val="138000"/>
              </a:lnSpc>
              <a:spcBef>
                <a:spcPts val="900"/>
              </a:spcBef>
              <a:spcAft>
                <a:spcPts val="0"/>
              </a:spcAft>
              <a:buClr>
                <a:schemeClr val="dk1"/>
              </a:buClr>
              <a:buSzPts val="1100"/>
              <a:buNone/>
              <a:defRPr sz="1100">
                <a:solidFill>
                  <a:schemeClr val="dk1"/>
                </a:solidFill>
              </a:defRPr>
            </a:lvl1pPr>
            <a:lvl2pPr indent="-298450" lvl="1" marL="914400" algn="l">
              <a:lnSpc>
                <a:spcPct val="138000"/>
              </a:lnSpc>
              <a:spcBef>
                <a:spcPts val="1200"/>
              </a:spcBef>
              <a:spcAft>
                <a:spcPts val="0"/>
              </a:spcAft>
              <a:buClr>
                <a:schemeClr val="dk1"/>
              </a:buClr>
              <a:buSzPts val="1100"/>
              <a:buChar char="○"/>
              <a:defRPr sz="1100">
                <a:solidFill>
                  <a:schemeClr val="dk1"/>
                </a:solidFill>
              </a:defRPr>
            </a:lvl2pPr>
            <a:lvl3pPr indent="-298450" lvl="2" marL="1371600" algn="l">
              <a:lnSpc>
                <a:spcPct val="138000"/>
              </a:lnSpc>
              <a:spcBef>
                <a:spcPts val="1200"/>
              </a:spcBef>
              <a:spcAft>
                <a:spcPts val="0"/>
              </a:spcAft>
              <a:buClr>
                <a:schemeClr val="dk1"/>
              </a:buClr>
              <a:buSzPts val="1100"/>
              <a:buChar char="■"/>
              <a:defRPr sz="1100">
                <a:solidFill>
                  <a:schemeClr val="dk1"/>
                </a:solidFill>
              </a:defRPr>
            </a:lvl3pPr>
            <a:lvl4pPr indent="-298450" lvl="3" marL="1828800" algn="l">
              <a:lnSpc>
                <a:spcPct val="138000"/>
              </a:lnSpc>
              <a:spcBef>
                <a:spcPts val="1200"/>
              </a:spcBef>
              <a:spcAft>
                <a:spcPts val="0"/>
              </a:spcAft>
              <a:buClr>
                <a:schemeClr val="dk1"/>
              </a:buClr>
              <a:buSzPts val="1100"/>
              <a:buChar char="●"/>
              <a:defRPr sz="1100">
                <a:solidFill>
                  <a:schemeClr val="dk1"/>
                </a:solidFill>
              </a:defRPr>
            </a:lvl4pPr>
            <a:lvl5pPr indent="-298450" lvl="4" marL="2286000" algn="l">
              <a:lnSpc>
                <a:spcPct val="138000"/>
              </a:lnSpc>
              <a:spcBef>
                <a:spcPts val="1200"/>
              </a:spcBef>
              <a:spcAft>
                <a:spcPts val="0"/>
              </a:spcAft>
              <a:buClr>
                <a:schemeClr val="dk1"/>
              </a:buClr>
              <a:buSzPts val="1100"/>
              <a:buChar char="○"/>
              <a:defRPr sz="1100">
                <a:solidFill>
                  <a:schemeClr val="dk1"/>
                </a:solidFill>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3_2">
    <p:spTree>
      <p:nvGrpSpPr>
        <p:cNvPr id="221" name="Shape 221"/>
        <p:cNvGrpSpPr/>
        <p:nvPr/>
      </p:nvGrpSpPr>
      <p:grpSpPr>
        <a:xfrm>
          <a:off x="0" y="0"/>
          <a:ext cx="0" cy="0"/>
          <a:chOff x="0" y="0"/>
          <a:chExt cx="0" cy="0"/>
        </a:xfrm>
      </p:grpSpPr>
      <p:sp>
        <p:nvSpPr>
          <p:cNvPr id="222" name="Google Shape;222;p35"/>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223" name="Google Shape;223;p35"/>
          <p:cNvSpPr txBox="1"/>
          <p:nvPr>
            <p:ph idx="1" type="body"/>
          </p:nvPr>
        </p:nvSpPr>
        <p:spPr>
          <a:xfrm>
            <a:off x="457200" y="1140000"/>
            <a:ext cx="8229600" cy="3429000"/>
          </a:xfrm>
          <a:prstGeom prst="rect">
            <a:avLst/>
          </a:prstGeom>
        </p:spPr>
        <p:txBody>
          <a:bodyPr anchorCtr="0" anchor="t" bIns="91425" lIns="0" spcFirstLastPara="1" rIns="91425" wrap="square" tIns="91425">
            <a:normAutofit/>
          </a:bodyPr>
          <a:lstStyle>
            <a:lvl1pPr indent="-304800" lvl="0" marL="457200">
              <a:spcBef>
                <a:spcPts val="0"/>
              </a:spcBef>
              <a:spcAft>
                <a:spcPts val="0"/>
              </a:spcAft>
              <a:buClr>
                <a:schemeClr val="dk1"/>
              </a:buClr>
              <a:buSzPts val="1200"/>
              <a:buChar char="•"/>
              <a:defRPr>
                <a:solidFill>
                  <a:schemeClr val="dk1"/>
                </a:solidFill>
              </a:defRPr>
            </a:lvl1pPr>
            <a:lvl2pPr indent="-330200" lvl="1" marL="914400">
              <a:spcBef>
                <a:spcPts val="1000"/>
              </a:spcBef>
              <a:spcAft>
                <a:spcPts val="0"/>
              </a:spcAft>
              <a:buClr>
                <a:schemeClr val="dk1"/>
              </a:buClr>
              <a:buSzPts val="1600"/>
              <a:buChar char="○"/>
              <a:defRPr sz="1600">
                <a:solidFill>
                  <a:schemeClr val="dk1"/>
                </a:solidFill>
              </a:defRPr>
            </a:lvl2pPr>
            <a:lvl3pPr indent="-330200" lvl="2" marL="1371600">
              <a:spcBef>
                <a:spcPts val="1000"/>
              </a:spcBef>
              <a:spcAft>
                <a:spcPts val="0"/>
              </a:spcAft>
              <a:buClr>
                <a:schemeClr val="dk1"/>
              </a:buClr>
              <a:buSzPts val="1600"/>
              <a:buChar char="■"/>
              <a:defRPr sz="1600">
                <a:solidFill>
                  <a:schemeClr val="dk1"/>
                </a:solidFill>
              </a:defRPr>
            </a:lvl3pPr>
            <a:lvl4pPr indent="-330200" lvl="3" marL="1828800">
              <a:spcBef>
                <a:spcPts val="1000"/>
              </a:spcBef>
              <a:spcAft>
                <a:spcPts val="0"/>
              </a:spcAft>
              <a:buClr>
                <a:schemeClr val="dk1"/>
              </a:buClr>
              <a:buSzPts val="1600"/>
              <a:buChar char="●"/>
              <a:defRPr sz="1600">
                <a:solidFill>
                  <a:schemeClr val="dk1"/>
                </a:solidFill>
              </a:defRPr>
            </a:lvl4pPr>
            <a:lvl5pPr indent="-330200" lvl="4" marL="2286000">
              <a:spcBef>
                <a:spcPts val="1000"/>
              </a:spcBef>
              <a:spcAft>
                <a:spcPts val="0"/>
              </a:spcAft>
              <a:buClr>
                <a:schemeClr val="dk1"/>
              </a:buClr>
              <a:buSzPts val="1600"/>
              <a:buChar char="○"/>
              <a:defRPr sz="1600">
                <a:solidFill>
                  <a:schemeClr val="dk1"/>
                </a:solidFill>
              </a:defRPr>
            </a:lvl5pPr>
            <a:lvl6pPr indent="-330200" lvl="5" marL="2743200">
              <a:spcBef>
                <a:spcPts val="1000"/>
              </a:spcBef>
              <a:spcAft>
                <a:spcPts val="0"/>
              </a:spcAft>
              <a:buClr>
                <a:schemeClr val="dk1"/>
              </a:buClr>
              <a:buSzPts val="1600"/>
              <a:buChar char="■"/>
              <a:defRPr sz="1600">
                <a:solidFill>
                  <a:schemeClr val="dk1"/>
                </a:solidFill>
              </a:defRPr>
            </a:lvl6pPr>
            <a:lvl7pPr indent="-330200" lvl="6" marL="3200400">
              <a:spcBef>
                <a:spcPts val="1000"/>
              </a:spcBef>
              <a:spcAft>
                <a:spcPts val="0"/>
              </a:spcAft>
              <a:buClr>
                <a:schemeClr val="dk1"/>
              </a:buClr>
              <a:buSzPts val="1600"/>
              <a:buChar char="●"/>
              <a:defRPr sz="1600">
                <a:solidFill>
                  <a:schemeClr val="dk1"/>
                </a:solidFill>
              </a:defRPr>
            </a:lvl7pPr>
            <a:lvl8pPr indent="-330200" lvl="7" marL="3657600">
              <a:spcBef>
                <a:spcPts val="1000"/>
              </a:spcBef>
              <a:spcAft>
                <a:spcPts val="0"/>
              </a:spcAft>
              <a:buClr>
                <a:schemeClr val="dk1"/>
              </a:buClr>
              <a:buSzPts val="1600"/>
              <a:buChar char="○"/>
              <a:defRPr sz="1600">
                <a:solidFill>
                  <a:schemeClr val="dk1"/>
                </a:solidFill>
              </a:defRPr>
            </a:lvl8pPr>
            <a:lvl9pPr indent="-330200" lvl="8" marL="4114800">
              <a:spcBef>
                <a:spcPts val="1000"/>
              </a:spcBef>
              <a:spcAft>
                <a:spcPts val="1000"/>
              </a:spcAft>
              <a:buClr>
                <a:schemeClr val="dk1"/>
              </a:buClr>
              <a:buSzPts val="1600"/>
              <a:buChar char="■"/>
              <a:defRPr sz="1600">
                <a:solidFill>
                  <a:schemeClr val="dk1"/>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2">
  <p:cSld name="CUSTOM_3_3">
    <p:spTree>
      <p:nvGrpSpPr>
        <p:cNvPr id="224" name="Shape 224"/>
        <p:cNvGrpSpPr/>
        <p:nvPr/>
      </p:nvGrpSpPr>
      <p:grpSpPr>
        <a:xfrm>
          <a:off x="0" y="0"/>
          <a:ext cx="0" cy="0"/>
          <a:chOff x="0" y="0"/>
          <a:chExt cx="0" cy="0"/>
        </a:xfrm>
      </p:grpSpPr>
      <p:sp>
        <p:nvSpPr>
          <p:cNvPr id="225" name="Google Shape;225;p36"/>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226" name="Google Shape;226;p36"/>
          <p:cNvSpPr txBox="1"/>
          <p:nvPr>
            <p:ph idx="1" type="body"/>
          </p:nvPr>
        </p:nvSpPr>
        <p:spPr>
          <a:xfrm>
            <a:off x="457200" y="1140000"/>
            <a:ext cx="8229600" cy="3429000"/>
          </a:xfrm>
          <a:prstGeom prst="rect">
            <a:avLst/>
          </a:prstGeom>
        </p:spPr>
        <p:txBody>
          <a:bodyPr anchorCtr="0" anchor="t" bIns="91425" lIns="0" spcFirstLastPara="1" rIns="91425" wrap="square" tIns="91425">
            <a:normAutofit/>
          </a:bodyPr>
          <a:lstStyle>
            <a:lvl1pPr indent="-304800" lvl="0" marL="457200">
              <a:spcBef>
                <a:spcPts val="0"/>
              </a:spcBef>
              <a:spcAft>
                <a:spcPts val="0"/>
              </a:spcAft>
              <a:buClr>
                <a:schemeClr val="dk1"/>
              </a:buClr>
              <a:buSzPts val="1200"/>
              <a:buChar char="•"/>
              <a:defRPr>
                <a:solidFill>
                  <a:schemeClr val="dk1"/>
                </a:solidFill>
              </a:defRPr>
            </a:lvl1pPr>
            <a:lvl2pPr indent="-330200" lvl="1" marL="914400">
              <a:spcBef>
                <a:spcPts val="1000"/>
              </a:spcBef>
              <a:spcAft>
                <a:spcPts val="0"/>
              </a:spcAft>
              <a:buClr>
                <a:schemeClr val="dk1"/>
              </a:buClr>
              <a:buSzPts val="1600"/>
              <a:buChar char="○"/>
              <a:defRPr sz="1600">
                <a:solidFill>
                  <a:schemeClr val="dk1"/>
                </a:solidFill>
              </a:defRPr>
            </a:lvl2pPr>
            <a:lvl3pPr indent="-330200" lvl="2" marL="1371600">
              <a:spcBef>
                <a:spcPts val="1000"/>
              </a:spcBef>
              <a:spcAft>
                <a:spcPts val="0"/>
              </a:spcAft>
              <a:buClr>
                <a:schemeClr val="dk1"/>
              </a:buClr>
              <a:buSzPts val="1600"/>
              <a:buChar char="■"/>
              <a:defRPr sz="1600">
                <a:solidFill>
                  <a:schemeClr val="dk1"/>
                </a:solidFill>
              </a:defRPr>
            </a:lvl3pPr>
            <a:lvl4pPr indent="-330200" lvl="3" marL="1828800">
              <a:spcBef>
                <a:spcPts val="1000"/>
              </a:spcBef>
              <a:spcAft>
                <a:spcPts val="0"/>
              </a:spcAft>
              <a:buClr>
                <a:schemeClr val="dk1"/>
              </a:buClr>
              <a:buSzPts val="1600"/>
              <a:buChar char="●"/>
              <a:defRPr sz="1600">
                <a:solidFill>
                  <a:schemeClr val="dk1"/>
                </a:solidFill>
              </a:defRPr>
            </a:lvl4pPr>
            <a:lvl5pPr indent="-330200" lvl="4" marL="2286000">
              <a:spcBef>
                <a:spcPts val="1000"/>
              </a:spcBef>
              <a:spcAft>
                <a:spcPts val="0"/>
              </a:spcAft>
              <a:buClr>
                <a:schemeClr val="dk1"/>
              </a:buClr>
              <a:buSzPts val="1600"/>
              <a:buChar char="○"/>
              <a:defRPr sz="1600">
                <a:solidFill>
                  <a:schemeClr val="dk1"/>
                </a:solidFill>
              </a:defRPr>
            </a:lvl5pPr>
            <a:lvl6pPr indent="-330200" lvl="5" marL="2743200">
              <a:spcBef>
                <a:spcPts val="1000"/>
              </a:spcBef>
              <a:spcAft>
                <a:spcPts val="0"/>
              </a:spcAft>
              <a:buClr>
                <a:schemeClr val="dk1"/>
              </a:buClr>
              <a:buSzPts val="1600"/>
              <a:buChar char="■"/>
              <a:defRPr sz="1600">
                <a:solidFill>
                  <a:schemeClr val="dk1"/>
                </a:solidFill>
              </a:defRPr>
            </a:lvl6pPr>
            <a:lvl7pPr indent="-330200" lvl="6" marL="3200400">
              <a:spcBef>
                <a:spcPts val="1000"/>
              </a:spcBef>
              <a:spcAft>
                <a:spcPts val="0"/>
              </a:spcAft>
              <a:buClr>
                <a:schemeClr val="dk1"/>
              </a:buClr>
              <a:buSzPts val="1600"/>
              <a:buChar char="●"/>
              <a:defRPr sz="1600">
                <a:solidFill>
                  <a:schemeClr val="dk1"/>
                </a:solidFill>
              </a:defRPr>
            </a:lvl7pPr>
            <a:lvl8pPr indent="-330200" lvl="7" marL="3657600">
              <a:spcBef>
                <a:spcPts val="1000"/>
              </a:spcBef>
              <a:spcAft>
                <a:spcPts val="0"/>
              </a:spcAft>
              <a:buClr>
                <a:schemeClr val="dk1"/>
              </a:buClr>
              <a:buSzPts val="1600"/>
              <a:buChar char="○"/>
              <a:defRPr sz="1600">
                <a:solidFill>
                  <a:schemeClr val="dk1"/>
                </a:solidFill>
              </a:defRPr>
            </a:lvl8pPr>
            <a:lvl9pPr indent="-330200" lvl="8" marL="4114800">
              <a:spcBef>
                <a:spcPts val="1000"/>
              </a:spcBef>
              <a:spcAft>
                <a:spcPts val="1000"/>
              </a:spcAft>
              <a:buClr>
                <a:schemeClr val="dk1"/>
              </a:buClr>
              <a:buSzPts val="1600"/>
              <a:buChar char="■"/>
              <a:defRPr sz="1600">
                <a:solidFill>
                  <a:schemeClr val="dk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1">
  <p:cSld name="CUSTOM_3_1_3">
    <p:spTree>
      <p:nvGrpSpPr>
        <p:cNvPr id="227" name="Shape 227"/>
        <p:cNvGrpSpPr/>
        <p:nvPr/>
      </p:nvGrpSpPr>
      <p:grpSpPr>
        <a:xfrm>
          <a:off x="0" y="0"/>
          <a:ext cx="0" cy="0"/>
          <a:chOff x="0" y="0"/>
          <a:chExt cx="0" cy="0"/>
        </a:xfrm>
      </p:grpSpPr>
      <p:sp>
        <p:nvSpPr>
          <p:cNvPr id="228" name="Google Shape;228;p37"/>
          <p:cNvSpPr txBox="1"/>
          <p:nvPr>
            <p:ph type="title"/>
          </p:nvPr>
        </p:nvSpPr>
        <p:spPr>
          <a:xfrm>
            <a:off x="457200" y="4462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229" name="Google Shape;229;p37"/>
          <p:cNvSpPr txBox="1"/>
          <p:nvPr>
            <p:ph idx="1" type="body"/>
          </p:nvPr>
        </p:nvSpPr>
        <p:spPr>
          <a:xfrm>
            <a:off x="457200" y="1834900"/>
            <a:ext cx="3776100" cy="2734200"/>
          </a:xfrm>
          <a:prstGeom prst="rect">
            <a:avLst/>
          </a:prstGeom>
        </p:spPr>
        <p:txBody>
          <a:bodyPr anchorCtr="0" anchor="t" bIns="91425" lIns="0"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230" name="Google Shape;230;p37"/>
          <p:cNvSpPr txBox="1"/>
          <p:nvPr>
            <p:ph idx="2" type="body"/>
          </p:nvPr>
        </p:nvSpPr>
        <p:spPr>
          <a:xfrm>
            <a:off x="4800400" y="1834900"/>
            <a:ext cx="3776100" cy="2734200"/>
          </a:xfrm>
          <a:prstGeom prst="rect">
            <a:avLst/>
          </a:prstGeom>
        </p:spPr>
        <p:txBody>
          <a:bodyPr anchorCtr="0" anchor="t" bIns="91425" lIns="0"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231" name="Google Shape;231;p37"/>
          <p:cNvSpPr txBox="1"/>
          <p:nvPr>
            <p:ph idx="3" type="subTitle"/>
          </p:nvPr>
        </p:nvSpPr>
        <p:spPr>
          <a:xfrm>
            <a:off x="457200" y="1164900"/>
            <a:ext cx="3776100" cy="5727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
        <p:nvSpPr>
          <p:cNvPr id="232" name="Google Shape;232;p37"/>
          <p:cNvSpPr txBox="1"/>
          <p:nvPr>
            <p:ph idx="4" type="subTitle"/>
          </p:nvPr>
        </p:nvSpPr>
        <p:spPr>
          <a:xfrm>
            <a:off x="4800400" y="1164900"/>
            <a:ext cx="3776100" cy="5727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Tree>
  </p:cSld>
  <p:clrMapOvr>
    <a:masterClrMapping/>
  </p:clrMapOvr>
  <p:extLst>
    <p:ext uri="{DCECCB84-F9BA-43D5-87BE-67443E8EF086}">
      <p15:sldGuideLst>
        <p15:guide id="1" orient="horz" pos="1620">
          <p15:clr>
            <a:srgbClr val="E46962"/>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3">
  <p:cSld name="CUSTOM_3_4">
    <p:spTree>
      <p:nvGrpSpPr>
        <p:cNvPr id="233" name="Shape 233"/>
        <p:cNvGrpSpPr/>
        <p:nvPr/>
      </p:nvGrpSpPr>
      <p:grpSpPr>
        <a:xfrm>
          <a:off x="0" y="0"/>
          <a:ext cx="0" cy="0"/>
          <a:chOff x="0" y="0"/>
          <a:chExt cx="0" cy="0"/>
        </a:xfrm>
      </p:grpSpPr>
      <p:sp>
        <p:nvSpPr>
          <p:cNvPr id="234" name="Google Shape;234;p38"/>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235" name="Google Shape;235;p38"/>
          <p:cNvSpPr txBox="1"/>
          <p:nvPr>
            <p:ph idx="1" type="body"/>
          </p:nvPr>
        </p:nvSpPr>
        <p:spPr>
          <a:xfrm>
            <a:off x="457200" y="1140000"/>
            <a:ext cx="8229600" cy="3429000"/>
          </a:xfrm>
          <a:prstGeom prst="rect">
            <a:avLst/>
          </a:prstGeom>
        </p:spPr>
        <p:txBody>
          <a:bodyPr anchorCtr="0" anchor="t" bIns="91425" lIns="0" spcFirstLastPara="1" rIns="91425" wrap="square" tIns="91425">
            <a:normAutofit/>
          </a:bodyPr>
          <a:lstStyle>
            <a:lvl1pPr indent="-304800" lvl="0" marL="457200">
              <a:spcBef>
                <a:spcPts val="0"/>
              </a:spcBef>
              <a:spcAft>
                <a:spcPts val="0"/>
              </a:spcAft>
              <a:buClr>
                <a:schemeClr val="dk1"/>
              </a:buClr>
              <a:buSzPts val="1200"/>
              <a:buChar char="•"/>
              <a:defRPr>
                <a:solidFill>
                  <a:schemeClr val="dk1"/>
                </a:solidFill>
              </a:defRPr>
            </a:lvl1pPr>
            <a:lvl2pPr indent="-330200" lvl="1" marL="914400">
              <a:spcBef>
                <a:spcPts val="1000"/>
              </a:spcBef>
              <a:spcAft>
                <a:spcPts val="0"/>
              </a:spcAft>
              <a:buClr>
                <a:schemeClr val="dk1"/>
              </a:buClr>
              <a:buSzPts val="1600"/>
              <a:buChar char="○"/>
              <a:defRPr sz="1600">
                <a:solidFill>
                  <a:schemeClr val="dk1"/>
                </a:solidFill>
              </a:defRPr>
            </a:lvl2pPr>
            <a:lvl3pPr indent="-330200" lvl="2" marL="1371600">
              <a:spcBef>
                <a:spcPts val="1000"/>
              </a:spcBef>
              <a:spcAft>
                <a:spcPts val="0"/>
              </a:spcAft>
              <a:buClr>
                <a:schemeClr val="dk1"/>
              </a:buClr>
              <a:buSzPts val="1600"/>
              <a:buChar char="■"/>
              <a:defRPr sz="1600">
                <a:solidFill>
                  <a:schemeClr val="dk1"/>
                </a:solidFill>
              </a:defRPr>
            </a:lvl3pPr>
            <a:lvl4pPr indent="-330200" lvl="3" marL="1828800">
              <a:spcBef>
                <a:spcPts val="1000"/>
              </a:spcBef>
              <a:spcAft>
                <a:spcPts val="0"/>
              </a:spcAft>
              <a:buClr>
                <a:schemeClr val="dk1"/>
              </a:buClr>
              <a:buSzPts val="1600"/>
              <a:buChar char="●"/>
              <a:defRPr sz="1600">
                <a:solidFill>
                  <a:schemeClr val="dk1"/>
                </a:solidFill>
              </a:defRPr>
            </a:lvl4pPr>
            <a:lvl5pPr indent="-330200" lvl="4" marL="2286000">
              <a:spcBef>
                <a:spcPts val="1000"/>
              </a:spcBef>
              <a:spcAft>
                <a:spcPts val="0"/>
              </a:spcAft>
              <a:buClr>
                <a:schemeClr val="dk1"/>
              </a:buClr>
              <a:buSzPts val="1600"/>
              <a:buChar char="○"/>
              <a:defRPr sz="1600">
                <a:solidFill>
                  <a:schemeClr val="dk1"/>
                </a:solidFill>
              </a:defRPr>
            </a:lvl5pPr>
            <a:lvl6pPr indent="-330200" lvl="5" marL="2743200">
              <a:spcBef>
                <a:spcPts val="1000"/>
              </a:spcBef>
              <a:spcAft>
                <a:spcPts val="0"/>
              </a:spcAft>
              <a:buClr>
                <a:schemeClr val="dk1"/>
              </a:buClr>
              <a:buSzPts val="1600"/>
              <a:buChar char="■"/>
              <a:defRPr sz="1600">
                <a:solidFill>
                  <a:schemeClr val="dk1"/>
                </a:solidFill>
              </a:defRPr>
            </a:lvl6pPr>
            <a:lvl7pPr indent="-330200" lvl="6" marL="3200400">
              <a:spcBef>
                <a:spcPts val="1000"/>
              </a:spcBef>
              <a:spcAft>
                <a:spcPts val="0"/>
              </a:spcAft>
              <a:buClr>
                <a:schemeClr val="dk1"/>
              </a:buClr>
              <a:buSzPts val="1600"/>
              <a:buChar char="●"/>
              <a:defRPr sz="1600">
                <a:solidFill>
                  <a:schemeClr val="dk1"/>
                </a:solidFill>
              </a:defRPr>
            </a:lvl7pPr>
            <a:lvl8pPr indent="-330200" lvl="7" marL="3657600">
              <a:spcBef>
                <a:spcPts val="1000"/>
              </a:spcBef>
              <a:spcAft>
                <a:spcPts val="0"/>
              </a:spcAft>
              <a:buClr>
                <a:schemeClr val="dk1"/>
              </a:buClr>
              <a:buSzPts val="1600"/>
              <a:buChar char="○"/>
              <a:defRPr sz="1600">
                <a:solidFill>
                  <a:schemeClr val="dk1"/>
                </a:solidFill>
              </a:defRPr>
            </a:lvl8pPr>
            <a:lvl9pPr indent="-330200" lvl="8" marL="4114800">
              <a:spcBef>
                <a:spcPts val="1000"/>
              </a:spcBef>
              <a:spcAft>
                <a:spcPts val="1000"/>
              </a:spcAft>
              <a:buClr>
                <a:schemeClr val="dk1"/>
              </a:buClr>
              <a:buSzPts val="1600"/>
              <a:buChar char="■"/>
              <a:defRPr sz="1600">
                <a:solidFill>
                  <a:schemeClr val="dk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CUSTOM_2_1_2">
    <p:spTree>
      <p:nvGrpSpPr>
        <p:cNvPr id="236" name="Shape 236"/>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us Light 1 1">
  <p:cSld name="CUSTOM_2_1_1_1">
    <p:spTree>
      <p:nvGrpSpPr>
        <p:cNvPr id="237" name="Shape 237"/>
        <p:cNvGrpSpPr/>
        <p:nvPr/>
      </p:nvGrpSpPr>
      <p:grpSpPr>
        <a:xfrm>
          <a:off x="0" y="0"/>
          <a:ext cx="0" cy="0"/>
          <a:chOff x="0" y="0"/>
          <a:chExt cx="0" cy="0"/>
        </a:xfrm>
      </p:grpSpPr>
      <p:sp>
        <p:nvSpPr>
          <p:cNvPr id="238" name="Google Shape;238;p40"/>
          <p:cNvSpPr txBox="1"/>
          <p:nvPr>
            <p:ph type="title"/>
          </p:nvPr>
        </p:nvSpPr>
        <p:spPr>
          <a:xfrm>
            <a:off x="693575" y="440975"/>
            <a:ext cx="5703300" cy="921000"/>
          </a:xfrm>
          <a:prstGeom prst="rect">
            <a:avLst/>
          </a:prstGeom>
        </p:spPr>
        <p:txBody>
          <a:bodyPr anchorCtr="0" anchor="ctr" bIns="91425" lIns="0"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p:txBody>
      </p:sp>
      <p:sp>
        <p:nvSpPr>
          <p:cNvPr id="239" name="Google Shape;239;p40"/>
          <p:cNvSpPr txBox="1"/>
          <p:nvPr>
            <p:ph idx="1" type="subTitle"/>
          </p:nvPr>
        </p:nvSpPr>
        <p:spPr>
          <a:xfrm>
            <a:off x="457200" y="1142050"/>
            <a:ext cx="5519400" cy="4416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
        <p:nvSpPr>
          <p:cNvPr id="240" name="Google Shape;240;p40"/>
          <p:cNvSpPr/>
          <p:nvPr>
            <p:ph idx="2" type="pic"/>
          </p:nvPr>
        </p:nvSpPr>
        <p:spPr>
          <a:xfrm>
            <a:off x="5071100" y="1185325"/>
            <a:ext cx="3615600" cy="32976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us Light">
  <p:cSld name="CUSTOM_2_1_2_1">
    <p:spTree>
      <p:nvGrpSpPr>
        <p:cNvPr id="241" name="Shape 241"/>
        <p:cNvGrpSpPr/>
        <p:nvPr/>
      </p:nvGrpSpPr>
      <p:grpSpPr>
        <a:xfrm>
          <a:off x="0" y="0"/>
          <a:ext cx="0" cy="0"/>
          <a:chOff x="0" y="0"/>
          <a:chExt cx="0" cy="0"/>
        </a:xfrm>
      </p:grpSpPr>
      <p:sp>
        <p:nvSpPr>
          <p:cNvPr id="242" name="Google Shape;242;p41"/>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243" name="Google Shape;243;p41"/>
          <p:cNvSpPr txBox="1"/>
          <p:nvPr>
            <p:ph idx="1" type="subTitle"/>
          </p:nvPr>
        </p:nvSpPr>
        <p:spPr>
          <a:xfrm>
            <a:off x="457200" y="1142050"/>
            <a:ext cx="5519400" cy="4416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2_1_1">
    <p:spTree>
      <p:nvGrpSpPr>
        <p:cNvPr id="244" name="Shape 244"/>
        <p:cNvGrpSpPr/>
        <p:nvPr/>
      </p:nvGrpSpPr>
      <p:grpSpPr>
        <a:xfrm>
          <a:off x="0" y="0"/>
          <a:ext cx="0" cy="0"/>
          <a:chOff x="0" y="0"/>
          <a:chExt cx="0" cy="0"/>
        </a:xfrm>
      </p:grpSpPr>
      <p:sp>
        <p:nvSpPr>
          <p:cNvPr id="245" name="Google Shape;245;p42"/>
          <p:cNvSpPr txBox="1"/>
          <p:nvPr>
            <p:ph type="title"/>
          </p:nvPr>
        </p:nvSpPr>
        <p:spPr>
          <a:xfrm>
            <a:off x="311700" y="444125"/>
            <a:ext cx="8520600" cy="475500"/>
          </a:xfrm>
          <a:prstGeom prst="rect">
            <a:avLst/>
          </a:prstGeom>
        </p:spPr>
        <p:txBody>
          <a:bodyPr anchorCtr="0" anchor="t" bIns="91425" lIns="0" spcFirstLastPara="1" rIns="91425" wrap="square" tIns="91425">
            <a:normAutofit/>
          </a:bodyPr>
          <a:lstStyle>
            <a:lvl1pPr lvl="0">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1pPr>
            <a:lvl2pPr lvl="1">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2pPr>
            <a:lvl3pPr lvl="2">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3pPr>
            <a:lvl4pPr lvl="3">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4pPr>
            <a:lvl5pPr lvl="4">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5pPr>
            <a:lvl6pPr lvl="5">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6pPr>
            <a:lvl7pPr lvl="6">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7pPr>
            <a:lvl8pPr lvl="7">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8pPr>
            <a:lvl9pPr lvl="8">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9">
  <p:cSld name="CUSTOM_3_10">
    <p:spTree>
      <p:nvGrpSpPr>
        <p:cNvPr id="246" name="Shape 246"/>
        <p:cNvGrpSpPr/>
        <p:nvPr/>
      </p:nvGrpSpPr>
      <p:grpSpPr>
        <a:xfrm>
          <a:off x="0" y="0"/>
          <a:ext cx="0" cy="0"/>
          <a:chOff x="0" y="0"/>
          <a:chExt cx="0" cy="0"/>
        </a:xfrm>
      </p:grpSpPr>
      <p:sp>
        <p:nvSpPr>
          <p:cNvPr id="247" name="Google Shape;247;p43"/>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248" name="Google Shape;248;p43"/>
          <p:cNvSpPr txBox="1"/>
          <p:nvPr>
            <p:ph idx="1" type="body"/>
          </p:nvPr>
        </p:nvSpPr>
        <p:spPr>
          <a:xfrm>
            <a:off x="457200" y="1140000"/>
            <a:ext cx="8229600" cy="3429000"/>
          </a:xfrm>
          <a:prstGeom prst="rect">
            <a:avLst/>
          </a:prstGeom>
        </p:spPr>
        <p:txBody>
          <a:bodyPr anchorCtr="0" anchor="t" bIns="91425" lIns="0" spcFirstLastPara="1" rIns="91425" wrap="square" tIns="91425">
            <a:normAutofit/>
          </a:bodyPr>
          <a:lstStyle>
            <a:lvl1pPr indent="-304800" lvl="0" marL="457200">
              <a:spcBef>
                <a:spcPts val="0"/>
              </a:spcBef>
              <a:spcAft>
                <a:spcPts val="0"/>
              </a:spcAft>
              <a:buClr>
                <a:schemeClr val="dk1"/>
              </a:buClr>
              <a:buSzPts val="1200"/>
              <a:buChar char="•"/>
              <a:defRPr>
                <a:solidFill>
                  <a:schemeClr val="dk1"/>
                </a:solidFill>
              </a:defRPr>
            </a:lvl1pPr>
            <a:lvl2pPr indent="-330200" lvl="1" marL="914400">
              <a:spcBef>
                <a:spcPts val="1000"/>
              </a:spcBef>
              <a:spcAft>
                <a:spcPts val="0"/>
              </a:spcAft>
              <a:buClr>
                <a:schemeClr val="dk1"/>
              </a:buClr>
              <a:buSzPts val="1600"/>
              <a:buChar char="○"/>
              <a:defRPr sz="1600">
                <a:solidFill>
                  <a:schemeClr val="dk1"/>
                </a:solidFill>
              </a:defRPr>
            </a:lvl2pPr>
            <a:lvl3pPr indent="-330200" lvl="2" marL="1371600">
              <a:spcBef>
                <a:spcPts val="1000"/>
              </a:spcBef>
              <a:spcAft>
                <a:spcPts val="0"/>
              </a:spcAft>
              <a:buClr>
                <a:schemeClr val="dk1"/>
              </a:buClr>
              <a:buSzPts val="1600"/>
              <a:buChar char="■"/>
              <a:defRPr sz="1600">
                <a:solidFill>
                  <a:schemeClr val="dk1"/>
                </a:solidFill>
              </a:defRPr>
            </a:lvl3pPr>
            <a:lvl4pPr indent="-330200" lvl="3" marL="1828800">
              <a:spcBef>
                <a:spcPts val="1000"/>
              </a:spcBef>
              <a:spcAft>
                <a:spcPts val="0"/>
              </a:spcAft>
              <a:buClr>
                <a:schemeClr val="dk1"/>
              </a:buClr>
              <a:buSzPts val="1600"/>
              <a:buChar char="●"/>
              <a:defRPr sz="1600">
                <a:solidFill>
                  <a:schemeClr val="dk1"/>
                </a:solidFill>
              </a:defRPr>
            </a:lvl4pPr>
            <a:lvl5pPr indent="-330200" lvl="4" marL="2286000">
              <a:spcBef>
                <a:spcPts val="1000"/>
              </a:spcBef>
              <a:spcAft>
                <a:spcPts val="0"/>
              </a:spcAft>
              <a:buClr>
                <a:schemeClr val="dk1"/>
              </a:buClr>
              <a:buSzPts val="1600"/>
              <a:buChar char="○"/>
              <a:defRPr sz="1600">
                <a:solidFill>
                  <a:schemeClr val="dk1"/>
                </a:solidFill>
              </a:defRPr>
            </a:lvl5pPr>
            <a:lvl6pPr indent="-330200" lvl="5" marL="2743200">
              <a:spcBef>
                <a:spcPts val="1000"/>
              </a:spcBef>
              <a:spcAft>
                <a:spcPts val="0"/>
              </a:spcAft>
              <a:buClr>
                <a:schemeClr val="dk1"/>
              </a:buClr>
              <a:buSzPts val="1600"/>
              <a:buChar char="■"/>
              <a:defRPr sz="1600">
                <a:solidFill>
                  <a:schemeClr val="dk1"/>
                </a:solidFill>
              </a:defRPr>
            </a:lvl6pPr>
            <a:lvl7pPr indent="-330200" lvl="6" marL="3200400">
              <a:spcBef>
                <a:spcPts val="1000"/>
              </a:spcBef>
              <a:spcAft>
                <a:spcPts val="0"/>
              </a:spcAft>
              <a:buClr>
                <a:schemeClr val="dk1"/>
              </a:buClr>
              <a:buSzPts val="1600"/>
              <a:buChar char="●"/>
              <a:defRPr sz="1600">
                <a:solidFill>
                  <a:schemeClr val="dk1"/>
                </a:solidFill>
              </a:defRPr>
            </a:lvl7pPr>
            <a:lvl8pPr indent="-330200" lvl="7" marL="3657600">
              <a:spcBef>
                <a:spcPts val="1000"/>
              </a:spcBef>
              <a:spcAft>
                <a:spcPts val="0"/>
              </a:spcAft>
              <a:buClr>
                <a:schemeClr val="dk1"/>
              </a:buClr>
              <a:buSzPts val="1600"/>
              <a:buChar char="○"/>
              <a:defRPr sz="1600">
                <a:solidFill>
                  <a:schemeClr val="dk1"/>
                </a:solidFill>
              </a:defRPr>
            </a:lvl8pPr>
            <a:lvl9pPr indent="-330200" lvl="8" marL="4114800">
              <a:spcBef>
                <a:spcPts val="1000"/>
              </a:spcBef>
              <a:spcAft>
                <a:spcPts val="1000"/>
              </a:spcAft>
              <a:buClr>
                <a:schemeClr val="dk1"/>
              </a:buClr>
              <a:buSzPts val="1600"/>
              <a:buChar char="■"/>
              <a:defRPr sz="1600">
                <a:solidFill>
                  <a:schemeClr val="dk1"/>
                </a:solidFil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0">
  <p:cSld name="CUSTOM_3_11">
    <p:spTree>
      <p:nvGrpSpPr>
        <p:cNvPr id="249" name="Shape 249"/>
        <p:cNvGrpSpPr/>
        <p:nvPr/>
      </p:nvGrpSpPr>
      <p:grpSpPr>
        <a:xfrm>
          <a:off x="0" y="0"/>
          <a:ext cx="0" cy="0"/>
          <a:chOff x="0" y="0"/>
          <a:chExt cx="0" cy="0"/>
        </a:xfrm>
      </p:grpSpPr>
      <p:sp>
        <p:nvSpPr>
          <p:cNvPr id="250" name="Google Shape;250;p44"/>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251" name="Google Shape;251;p44"/>
          <p:cNvSpPr txBox="1"/>
          <p:nvPr>
            <p:ph idx="1" type="body"/>
          </p:nvPr>
        </p:nvSpPr>
        <p:spPr>
          <a:xfrm>
            <a:off x="457200" y="1140000"/>
            <a:ext cx="8229600" cy="3429000"/>
          </a:xfrm>
          <a:prstGeom prst="rect">
            <a:avLst/>
          </a:prstGeom>
        </p:spPr>
        <p:txBody>
          <a:bodyPr anchorCtr="0" anchor="t" bIns="91425" lIns="0" spcFirstLastPara="1" rIns="91425" wrap="square" tIns="91425">
            <a:normAutofit/>
          </a:bodyPr>
          <a:lstStyle>
            <a:lvl1pPr indent="-304800" lvl="0" marL="457200">
              <a:spcBef>
                <a:spcPts val="0"/>
              </a:spcBef>
              <a:spcAft>
                <a:spcPts val="0"/>
              </a:spcAft>
              <a:buClr>
                <a:schemeClr val="dk1"/>
              </a:buClr>
              <a:buSzPts val="1200"/>
              <a:buChar char="•"/>
              <a:defRPr>
                <a:solidFill>
                  <a:schemeClr val="dk1"/>
                </a:solidFill>
              </a:defRPr>
            </a:lvl1pPr>
            <a:lvl2pPr indent="-330200" lvl="1" marL="914400">
              <a:spcBef>
                <a:spcPts val="1000"/>
              </a:spcBef>
              <a:spcAft>
                <a:spcPts val="0"/>
              </a:spcAft>
              <a:buClr>
                <a:schemeClr val="dk1"/>
              </a:buClr>
              <a:buSzPts val="1600"/>
              <a:buChar char="○"/>
              <a:defRPr sz="1600">
                <a:solidFill>
                  <a:schemeClr val="dk1"/>
                </a:solidFill>
              </a:defRPr>
            </a:lvl2pPr>
            <a:lvl3pPr indent="-330200" lvl="2" marL="1371600">
              <a:spcBef>
                <a:spcPts val="1000"/>
              </a:spcBef>
              <a:spcAft>
                <a:spcPts val="0"/>
              </a:spcAft>
              <a:buClr>
                <a:schemeClr val="dk1"/>
              </a:buClr>
              <a:buSzPts val="1600"/>
              <a:buChar char="■"/>
              <a:defRPr sz="1600">
                <a:solidFill>
                  <a:schemeClr val="dk1"/>
                </a:solidFill>
              </a:defRPr>
            </a:lvl3pPr>
            <a:lvl4pPr indent="-330200" lvl="3" marL="1828800">
              <a:spcBef>
                <a:spcPts val="1000"/>
              </a:spcBef>
              <a:spcAft>
                <a:spcPts val="0"/>
              </a:spcAft>
              <a:buClr>
                <a:schemeClr val="dk1"/>
              </a:buClr>
              <a:buSzPts val="1600"/>
              <a:buChar char="●"/>
              <a:defRPr sz="1600">
                <a:solidFill>
                  <a:schemeClr val="dk1"/>
                </a:solidFill>
              </a:defRPr>
            </a:lvl4pPr>
            <a:lvl5pPr indent="-330200" lvl="4" marL="2286000">
              <a:spcBef>
                <a:spcPts val="1000"/>
              </a:spcBef>
              <a:spcAft>
                <a:spcPts val="0"/>
              </a:spcAft>
              <a:buClr>
                <a:schemeClr val="dk1"/>
              </a:buClr>
              <a:buSzPts val="1600"/>
              <a:buChar char="○"/>
              <a:defRPr sz="1600">
                <a:solidFill>
                  <a:schemeClr val="dk1"/>
                </a:solidFill>
              </a:defRPr>
            </a:lvl5pPr>
            <a:lvl6pPr indent="-330200" lvl="5" marL="2743200">
              <a:spcBef>
                <a:spcPts val="1000"/>
              </a:spcBef>
              <a:spcAft>
                <a:spcPts val="0"/>
              </a:spcAft>
              <a:buClr>
                <a:schemeClr val="dk1"/>
              </a:buClr>
              <a:buSzPts val="1600"/>
              <a:buChar char="■"/>
              <a:defRPr sz="1600">
                <a:solidFill>
                  <a:schemeClr val="dk1"/>
                </a:solidFill>
              </a:defRPr>
            </a:lvl6pPr>
            <a:lvl7pPr indent="-330200" lvl="6" marL="3200400">
              <a:spcBef>
                <a:spcPts val="1000"/>
              </a:spcBef>
              <a:spcAft>
                <a:spcPts val="0"/>
              </a:spcAft>
              <a:buClr>
                <a:schemeClr val="dk1"/>
              </a:buClr>
              <a:buSzPts val="1600"/>
              <a:buChar char="●"/>
              <a:defRPr sz="1600">
                <a:solidFill>
                  <a:schemeClr val="dk1"/>
                </a:solidFill>
              </a:defRPr>
            </a:lvl7pPr>
            <a:lvl8pPr indent="-330200" lvl="7" marL="3657600">
              <a:spcBef>
                <a:spcPts val="1000"/>
              </a:spcBef>
              <a:spcAft>
                <a:spcPts val="0"/>
              </a:spcAft>
              <a:buClr>
                <a:schemeClr val="dk1"/>
              </a:buClr>
              <a:buSzPts val="1600"/>
              <a:buChar char="○"/>
              <a:defRPr sz="1600">
                <a:solidFill>
                  <a:schemeClr val="dk1"/>
                </a:solidFill>
              </a:defRPr>
            </a:lvl8pPr>
            <a:lvl9pPr indent="-330200" lvl="8" marL="4114800">
              <a:spcBef>
                <a:spcPts val="1000"/>
              </a:spcBef>
              <a:spcAft>
                <a:spcPts val="1000"/>
              </a:spcAft>
              <a:buClr>
                <a:schemeClr val="dk1"/>
              </a:buClr>
              <a:buSzPts val="1600"/>
              <a:buChar char="■"/>
              <a:defRPr sz="1600">
                <a:solidFill>
                  <a:schemeClr val="dk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3 1">
  <p:cSld name="CUSTOM_3_2_1_1_1_1_1_1_1">
    <p:spTree>
      <p:nvGrpSpPr>
        <p:cNvPr id="252" name="Shape 252"/>
        <p:cNvGrpSpPr/>
        <p:nvPr/>
      </p:nvGrpSpPr>
      <p:grpSpPr>
        <a:xfrm>
          <a:off x="0" y="0"/>
          <a:ext cx="0" cy="0"/>
          <a:chOff x="0" y="0"/>
          <a:chExt cx="0" cy="0"/>
        </a:xfrm>
      </p:grpSpPr>
      <p:sp>
        <p:nvSpPr>
          <p:cNvPr id="253" name="Google Shape;253;p45"/>
          <p:cNvSpPr txBox="1"/>
          <p:nvPr>
            <p:ph type="title"/>
          </p:nvPr>
        </p:nvSpPr>
        <p:spPr>
          <a:xfrm>
            <a:off x="457200" y="446825"/>
            <a:ext cx="8229600" cy="569100"/>
          </a:xfrm>
          <a:prstGeom prst="rect">
            <a:avLst/>
          </a:prstGeom>
        </p:spPr>
        <p:txBody>
          <a:bodyPr anchorCtr="0" anchor="ctr" bIns="91425" lIns="0" spcFirstLastPara="1" rIns="91425" wrap="square" tIns="91425">
            <a:normAutofit/>
          </a:bodyPr>
          <a:lstStyle>
            <a:lvl1pPr lvl="0">
              <a:spcBef>
                <a:spcPts val="0"/>
              </a:spcBef>
              <a:spcAft>
                <a:spcPts val="0"/>
              </a:spcAft>
              <a:buSzPts val="2200"/>
              <a:buNone/>
              <a:defRPr/>
            </a:lvl1pPr>
            <a:lvl2pPr lvl="1">
              <a:spcBef>
                <a:spcPts val="0"/>
              </a:spcBef>
              <a:spcAft>
                <a:spcPts val="0"/>
              </a:spcAft>
              <a:buSzPts val="2200"/>
              <a:buNone/>
              <a:defRPr>
                <a:latin typeface="Inter"/>
                <a:ea typeface="Inter"/>
                <a:cs typeface="Inter"/>
                <a:sym typeface="Inter"/>
              </a:defRPr>
            </a:lvl2pPr>
            <a:lvl3pPr lvl="2">
              <a:spcBef>
                <a:spcPts val="0"/>
              </a:spcBef>
              <a:spcAft>
                <a:spcPts val="0"/>
              </a:spcAft>
              <a:buSzPts val="2200"/>
              <a:buNone/>
              <a:defRPr>
                <a:latin typeface="Inter"/>
                <a:ea typeface="Inter"/>
                <a:cs typeface="Inter"/>
                <a:sym typeface="Inter"/>
              </a:defRPr>
            </a:lvl3pPr>
            <a:lvl4pPr lvl="3">
              <a:spcBef>
                <a:spcPts val="0"/>
              </a:spcBef>
              <a:spcAft>
                <a:spcPts val="0"/>
              </a:spcAft>
              <a:buSzPts val="2200"/>
              <a:buNone/>
              <a:defRPr>
                <a:latin typeface="Inter"/>
                <a:ea typeface="Inter"/>
                <a:cs typeface="Inter"/>
                <a:sym typeface="Inter"/>
              </a:defRPr>
            </a:lvl4pPr>
            <a:lvl5pPr lvl="4">
              <a:spcBef>
                <a:spcPts val="0"/>
              </a:spcBef>
              <a:spcAft>
                <a:spcPts val="0"/>
              </a:spcAft>
              <a:buSzPts val="2200"/>
              <a:buNone/>
              <a:defRPr>
                <a:latin typeface="Inter"/>
                <a:ea typeface="Inter"/>
                <a:cs typeface="Inter"/>
                <a:sym typeface="Inter"/>
              </a:defRPr>
            </a:lvl5pPr>
            <a:lvl6pPr lvl="5">
              <a:spcBef>
                <a:spcPts val="0"/>
              </a:spcBef>
              <a:spcAft>
                <a:spcPts val="0"/>
              </a:spcAft>
              <a:buSzPts val="2200"/>
              <a:buNone/>
              <a:defRPr>
                <a:latin typeface="Inter"/>
                <a:ea typeface="Inter"/>
                <a:cs typeface="Inter"/>
                <a:sym typeface="Inter"/>
              </a:defRPr>
            </a:lvl6pPr>
            <a:lvl7pPr lvl="6">
              <a:spcBef>
                <a:spcPts val="0"/>
              </a:spcBef>
              <a:spcAft>
                <a:spcPts val="0"/>
              </a:spcAft>
              <a:buSzPts val="2200"/>
              <a:buNone/>
              <a:defRPr>
                <a:latin typeface="Inter"/>
                <a:ea typeface="Inter"/>
                <a:cs typeface="Inter"/>
                <a:sym typeface="Inter"/>
              </a:defRPr>
            </a:lvl7pPr>
            <a:lvl8pPr lvl="7">
              <a:spcBef>
                <a:spcPts val="0"/>
              </a:spcBef>
              <a:spcAft>
                <a:spcPts val="0"/>
              </a:spcAft>
              <a:buSzPts val="2200"/>
              <a:buNone/>
              <a:defRPr>
                <a:latin typeface="Inter"/>
                <a:ea typeface="Inter"/>
                <a:cs typeface="Inter"/>
                <a:sym typeface="Inter"/>
              </a:defRPr>
            </a:lvl8pPr>
            <a:lvl9pPr lvl="8">
              <a:spcBef>
                <a:spcPts val="0"/>
              </a:spcBef>
              <a:spcAft>
                <a:spcPts val="0"/>
              </a:spcAft>
              <a:buSzPts val="2200"/>
              <a:buNone/>
              <a:defRPr>
                <a:latin typeface="Inter"/>
                <a:ea typeface="Inter"/>
                <a:cs typeface="Inter"/>
                <a:sym typeface="Inter"/>
              </a:defRPr>
            </a:lvl9pPr>
          </a:lstStyle>
          <a:p/>
        </p:txBody>
      </p:sp>
      <p:sp>
        <p:nvSpPr>
          <p:cNvPr id="254" name="Google Shape;254;p45"/>
          <p:cNvSpPr txBox="1"/>
          <p:nvPr>
            <p:ph idx="1" type="subTitle"/>
          </p:nvPr>
        </p:nvSpPr>
        <p:spPr>
          <a:xfrm>
            <a:off x="457200" y="1289150"/>
            <a:ext cx="2142300" cy="9861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300">
                <a:solidFill>
                  <a:schemeClr val="dk1"/>
                </a:solidFill>
                <a:latin typeface="Hanken Grotesk SemiBold"/>
                <a:ea typeface="Hanken Grotesk SemiBold"/>
                <a:cs typeface="Hanken Grotesk SemiBold"/>
                <a:sym typeface="Hanken Grotesk SemiBold"/>
              </a:defRPr>
            </a:lvl1pPr>
            <a:lvl2pPr lvl="1">
              <a:spcBef>
                <a:spcPts val="1000"/>
              </a:spcBef>
              <a:spcAft>
                <a:spcPts val="0"/>
              </a:spcAft>
              <a:buClr>
                <a:schemeClr val="dk1"/>
              </a:buClr>
              <a:buSzPts val="1300"/>
              <a:buNone/>
              <a:defRPr sz="1300">
                <a:solidFill>
                  <a:schemeClr val="dk1"/>
                </a:solidFill>
              </a:defRPr>
            </a:lvl2pPr>
            <a:lvl3pPr lvl="2">
              <a:spcBef>
                <a:spcPts val="0"/>
              </a:spcBef>
              <a:spcAft>
                <a:spcPts val="0"/>
              </a:spcAft>
              <a:buClr>
                <a:schemeClr val="dk1"/>
              </a:buClr>
              <a:buSzPts val="1300"/>
              <a:buNone/>
              <a:defRPr sz="1300">
                <a:solidFill>
                  <a:schemeClr val="dk1"/>
                </a:solidFill>
              </a:defRPr>
            </a:lvl3pPr>
            <a:lvl4pPr lvl="3">
              <a:spcBef>
                <a:spcPts val="0"/>
              </a:spcBef>
              <a:spcAft>
                <a:spcPts val="0"/>
              </a:spcAft>
              <a:buClr>
                <a:schemeClr val="dk1"/>
              </a:buClr>
              <a:buSzPts val="1300"/>
              <a:buNone/>
              <a:defRPr sz="1300">
                <a:solidFill>
                  <a:schemeClr val="dk1"/>
                </a:solidFill>
              </a:defRPr>
            </a:lvl4pPr>
            <a:lvl5pPr lvl="4">
              <a:spcBef>
                <a:spcPts val="0"/>
              </a:spcBef>
              <a:spcAft>
                <a:spcPts val="0"/>
              </a:spcAft>
              <a:buClr>
                <a:schemeClr val="dk1"/>
              </a:buClr>
              <a:buSzPts val="1300"/>
              <a:buNone/>
              <a:defRPr sz="1300">
                <a:solidFill>
                  <a:schemeClr val="dk1"/>
                </a:solidFill>
              </a:defRPr>
            </a:lvl5pPr>
            <a:lvl6pPr lvl="5">
              <a:spcBef>
                <a:spcPts val="0"/>
              </a:spcBef>
              <a:spcAft>
                <a:spcPts val="0"/>
              </a:spcAft>
              <a:buClr>
                <a:schemeClr val="dk1"/>
              </a:buClr>
              <a:buSzPts val="1300"/>
              <a:buNone/>
              <a:defRPr sz="1300">
                <a:solidFill>
                  <a:schemeClr val="dk1"/>
                </a:solidFill>
              </a:defRPr>
            </a:lvl6pPr>
            <a:lvl7pPr lvl="6">
              <a:spcBef>
                <a:spcPts val="0"/>
              </a:spcBef>
              <a:spcAft>
                <a:spcPts val="0"/>
              </a:spcAft>
              <a:buClr>
                <a:schemeClr val="dk1"/>
              </a:buClr>
              <a:buSzPts val="1300"/>
              <a:buNone/>
              <a:defRPr sz="1300">
                <a:solidFill>
                  <a:schemeClr val="dk1"/>
                </a:solidFill>
              </a:defRPr>
            </a:lvl7pPr>
            <a:lvl8pPr lvl="7">
              <a:spcBef>
                <a:spcPts val="0"/>
              </a:spcBef>
              <a:spcAft>
                <a:spcPts val="0"/>
              </a:spcAft>
              <a:buClr>
                <a:schemeClr val="dk1"/>
              </a:buClr>
              <a:buSzPts val="1300"/>
              <a:buNone/>
              <a:defRPr sz="1300">
                <a:solidFill>
                  <a:schemeClr val="dk1"/>
                </a:solidFill>
              </a:defRPr>
            </a:lvl8pPr>
            <a:lvl9pPr lvl="8">
              <a:spcBef>
                <a:spcPts val="0"/>
              </a:spcBef>
              <a:spcAft>
                <a:spcPts val="0"/>
              </a:spcAft>
              <a:buClr>
                <a:schemeClr val="dk1"/>
              </a:buClr>
              <a:buSzPts val="1300"/>
              <a:buNone/>
              <a:defRPr sz="1300">
                <a:solidFill>
                  <a:schemeClr val="dk1"/>
                </a:solidFill>
              </a:defRPr>
            </a:lvl9pPr>
          </a:lstStyle>
          <a:p/>
        </p:txBody>
      </p:sp>
      <p:sp>
        <p:nvSpPr>
          <p:cNvPr id="255" name="Google Shape;255;p45"/>
          <p:cNvSpPr txBox="1"/>
          <p:nvPr>
            <p:ph idx="2" type="body"/>
          </p:nvPr>
        </p:nvSpPr>
        <p:spPr>
          <a:xfrm>
            <a:off x="2749850" y="1289125"/>
            <a:ext cx="5937000" cy="986100"/>
          </a:xfrm>
          <a:prstGeom prst="rect">
            <a:avLst/>
          </a:prstGeom>
          <a:noFill/>
          <a:ln>
            <a:noFill/>
          </a:ln>
        </p:spPr>
        <p:txBody>
          <a:bodyPr anchorCtr="0" anchor="ctr" bIns="91425" lIns="91425" spcFirstLastPara="1" rIns="91425" wrap="square" tIns="91425">
            <a:normAutofit/>
          </a:bodyPr>
          <a:lstStyle>
            <a:lvl1pPr indent="-298450" lvl="0" marL="457200">
              <a:spcBef>
                <a:spcPts val="0"/>
              </a:spcBef>
              <a:spcAft>
                <a:spcPts val="0"/>
              </a:spcAft>
              <a:buClr>
                <a:schemeClr val="dk1"/>
              </a:buClr>
              <a:buSzPts val="1100"/>
              <a:buChar char="•"/>
              <a:defRPr sz="1100">
                <a:solidFill>
                  <a:schemeClr val="dk1"/>
                </a:solidFill>
              </a:defRPr>
            </a:lvl1pPr>
            <a:lvl2pPr indent="-298450" lvl="1" marL="914400">
              <a:spcBef>
                <a:spcPts val="1000"/>
              </a:spcBef>
              <a:spcAft>
                <a:spcPts val="0"/>
              </a:spcAft>
              <a:buClr>
                <a:schemeClr val="dk1"/>
              </a:buClr>
              <a:buSzPts val="1100"/>
              <a:buChar char="○"/>
              <a:defRPr sz="1100">
                <a:solidFill>
                  <a:schemeClr val="dk1"/>
                </a:solidFill>
              </a:defRPr>
            </a:lvl2pPr>
            <a:lvl3pPr indent="-298450" lvl="2" marL="1371600">
              <a:spcBef>
                <a:spcPts val="1000"/>
              </a:spcBef>
              <a:spcAft>
                <a:spcPts val="0"/>
              </a:spcAft>
              <a:buClr>
                <a:schemeClr val="dk1"/>
              </a:buClr>
              <a:buSzPts val="1100"/>
              <a:buChar char="■"/>
              <a:defRPr sz="1100">
                <a:solidFill>
                  <a:schemeClr val="dk1"/>
                </a:solidFill>
              </a:defRPr>
            </a:lvl3pPr>
            <a:lvl4pPr indent="-298450" lvl="3" marL="1828800">
              <a:spcBef>
                <a:spcPts val="1000"/>
              </a:spcBef>
              <a:spcAft>
                <a:spcPts val="0"/>
              </a:spcAft>
              <a:buClr>
                <a:schemeClr val="dk1"/>
              </a:buClr>
              <a:buSzPts val="1100"/>
              <a:buChar char="●"/>
              <a:defRPr sz="1100">
                <a:solidFill>
                  <a:schemeClr val="dk1"/>
                </a:solidFill>
              </a:defRPr>
            </a:lvl4pPr>
            <a:lvl5pPr indent="-298450" lvl="4" marL="2286000">
              <a:spcBef>
                <a:spcPts val="1000"/>
              </a:spcBef>
              <a:spcAft>
                <a:spcPts val="0"/>
              </a:spcAft>
              <a:buClr>
                <a:schemeClr val="dk1"/>
              </a:buClr>
              <a:buSzPts val="1100"/>
              <a:buChar char="○"/>
              <a:defRPr sz="1100">
                <a:solidFill>
                  <a:schemeClr val="dk1"/>
                </a:solidFill>
              </a:defRPr>
            </a:lvl5pPr>
            <a:lvl6pPr indent="-298450" lvl="5" marL="2743200">
              <a:spcBef>
                <a:spcPts val="1000"/>
              </a:spcBef>
              <a:spcAft>
                <a:spcPts val="0"/>
              </a:spcAft>
              <a:buClr>
                <a:schemeClr val="dk1"/>
              </a:buClr>
              <a:buSzPts val="1100"/>
              <a:buChar char="■"/>
              <a:defRPr sz="1100">
                <a:solidFill>
                  <a:schemeClr val="dk1"/>
                </a:solidFill>
              </a:defRPr>
            </a:lvl6pPr>
            <a:lvl7pPr indent="-298450" lvl="6" marL="3200400">
              <a:spcBef>
                <a:spcPts val="1000"/>
              </a:spcBef>
              <a:spcAft>
                <a:spcPts val="0"/>
              </a:spcAft>
              <a:buClr>
                <a:schemeClr val="dk1"/>
              </a:buClr>
              <a:buSzPts val="1100"/>
              <a:buChar char="●"/>
              <a:defRPr sz="1100">
                <a:solidFill>
                  <a:schemeClr val="dk1"/>
                </a:solidFill>
              </a:defRPr>
            </a:lvl7pPr>
            <a:lvl8pPr indent="-298450" lvl="7" marL="3657600">
              <a:spcBef>
                <a:spcPts val="1000"/>
              </a:spcBef>
              <a:spcAft>
                <a:spcPts val="0"/>
              </a:spcAft>
              <a:buClr>
                <a:schemeClr val="dk1"/>
              </a:buClr>
              <a:buSzPts val="1100"/>
              <a:buChar char="○"/>
              <a:defRPr sz="1100">
                <a:solidFill>
                  <a:schemeClr val="dk1"/>
                </a:solidFill>
              </a:defRPr>
            </a:lvl8pPr>
            <a:lvl9pPr indent="-298450" lvl="8" marL="4114800">
              <a:spcBef>
                <a:spcPts val="1000"/>
              </a:spcBef>
              <a:spcAft>
                <a:spcPts val="1000"/>
              </a:spcAft>
              <a:buClr>
                <a:schemeClr val="dk1"/>
              </a:buClr>
              <a:buSzPts val="1100"/>
              <a:buChar char="■"/>
              <a:defRPr sz="1100">
                <a:solidFill>
                  <a:schemeClr val="dk1"/>
                </a:solidFill>
              </a:defRPr>
            </a:lvl9pPr>
          </a:lstStyle>
          <a:p/>
        </p:txBody>
      </p:sp>
      <p:sp>
        <p:nvSpPr>
          <p:cNvPr id="256" name="Google Shape;256;p45"/>
          <p:cNvSpPr txBox="1"/>
          <p:nvPr>
            <p:ph idx="3" type="subTitle"/>
          </p:nvPr>
        </p:nvSpPr>
        <p:spPr>
          <a:xfrm>
            <a:off x="457200" y="2397150"/>
            <a:ext cx="2142300" cy="9861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300">
                <a:solidFill>
                  <a:schemeClr val="dk1"/>
                </a:solidFill>
                <a:latin typeface="Hanken Grotesk SemiBold"/>
                <a:ea typeface="Hanken Grotesk SemiBold"/>
                <a:cs typeface="Hanken Grotesk SemiBold"/>
                <a:sym typeface="Hanken Grotesk SemiBold"/>
              </a:defRPr>
            </a:lvl1pPr>
            <a:lvl2pPr lvl="1">
              <a:spcBef>
                <a:spcPts val="1000"/>
              </a:spcBef>
              <a:spcAft>
                <a:spcPts val="0"/>
              </a:spcAft>
              <a:buClr>
                <a:schemeClr val="dk1"/>
              </a:buClr>
              <a:buSzPts val="1300"/>
              <a:buNone/>
              <a:defRPr sz="1300">
                <a:solidFill>
                  <a:schemeClr val="dk1"/>
                </a:solidFill>
              </a:defRPr>
            </a:lvl2pPr>
            <a:lvl3pPr lvl="2">
              <a:spcBef>
                <a:spcPts val="0"/>
              </a:spcBef>
              <a:spcAft>
                <a:spcPts val="0"/>
              </a:spcAft>
              <a:buClr>
                <a:schemeClr val="dk1"/>
              </a:buClr>
              <a:buSzPts val="1300"/>
              <a:buNone/>
              <a:defRPr sz="1300">
                <a:solidFill>
                  <a:schemeClr val="dk1"/>
                </a:solidFill>
              </a:defRPr>
            </a:lvl3pPr>
            <a:lvl4pPr lvl="3">
              <a:spcBef>
                <a:spcPts val="0"/>
              </a:spcBef>
              <a:spcAft>
                <a:spcPts val="0"/>
              </a:spcAft>
              <a:buClr>
                <a:schemeClr val="dk1"/>
              </a:buClr>
              <a:buSzPts val="1300"/>
              <a:buNone/>
              <a:defRPr sz="1300">
                <a:solidFill>
                  <a:schemeClr val="dk1"/>
                </a:solidFill>
              </a:defRPr>
            </a:lvl4pPr>
            <a:lvl5pPr lvl="4">
              <a:spcBef>
                <a:spcPts val="0"/>
              </a:spcBef>
              <a:spcAft>
                <a:spcPts val="0"/>
              </a:spcAft>
              <a:buClr>
                <a:schemeClr val="dk1"/>
              </a:buClr>
              <a:buSzPts val="1300"/>
              <a:buNone/>
              <a:defRPr sz="1300">
                <a:solidFill>
                  <a:schemeClr val="dk1"/>
                </a:solidFill>
              </a:defRPr>
            </a:lvl5pPr>
            <a:lvl6pPr lvl="5">
              <a:spcBef>
                <a:spcPts val="0"/>
              </a:spcBef>
              <a:spcAft>
                <a:spcPts val="0"/>
              </a:spcAft>
              <a:buClr>
                <a:schemeClr val="dk1"/>
              </a:buClr>
              <a:buSzPts val="1300"/>
              <a:buNone/>
              <a:defRPr sz="1300">
                <a:solidFill>
                  <a:schemeClr val="dk1"/>
                </a:solidFill>
              </a:defRPr>
            </a:lvl6pPr>
            <a:lvl7pPr lvl="6">
              <a:spcBef>
                <a:spcPts val="0"/>
              </a:spcBef>
              <a:spcAft>
                <a:spcPts val="0"/>
              </a:spcAft>
              <a:buClr>
                <a:schemeClr val="dk1"/>
              </a:buClr>
              <a:buSzPts val="1300"/>
              <a:buNone/>
              <a:defRPr sz="1300">
                <a:solidFill>
                  <a:schemeClr val="dk1"/>
                </a:solidFill>
              </a:defRPr>
            </a:lvl7pPr>
            <a:lvl8pPr lvl="7">
              <a:spcBef>
                <a:spcPts val="0"/>
              </a:spcBef>
              <a:spcAft>
                <a:spcPts val="0"/>
              </a:spcAft>
              <a:buClr>
                <a:schemeClr val="dk1"/>
              </a:buClr>
              <a:buSzPts val="1300"/>
              <a:buNone/>
              <a:defRPr sz="1300">
                <a:solidFill>
                  <a:schemeClr val="dk1"/>
                </a:solidFill>
              </a:defRPr>
            </a:lvl8pPr>
            <a:lvl9pPr lvl="8">
              <a:spcBef>
                <a:spcPts val="0"/>
              </a:spcBef>
              <a:spcAft>
                <a:spcPts val="0"/>
              </a:spcAft>
              <a:buClr>
                <a:schemeClr val="dk1"/>
              </a:buClr>
              <a:buSzPts val="1300"/>
              <a:buNone/>
              <a:defRPr sz="1300">
                <a:solidFill>
                  <a:schemeClr val="dk1"/>
                </a:solidFill>
              </a:defRPr>
            </a:lvl9pPr>
          </a:lstStyle>
          <a:p/>
        </p:txBody>
      </p:sp>
      <p:sp>
        <p:nvSpPr>
          <p:cNvPr id="257" name="Google Shape;257;p45"/>
          <p:cNvSpPr txBox="1"/>
          <p:nvPr>
            <p:ph idx="4" type="body"/>
          </p:nvPr>
        </p:nvSpPr>
        <p:spPr>
          <a:xfrm>
            <a:off x="2749800" y="3506400"/>
            <a:ext cx="5937000" cy="986100"/>
          </a:xfrm>
          <a:prstGeom prst="rect">
            <a:avLst/>
          </a:prstGeom>
          <a:noFill/>
          <a:ln>
            <a:noFill/>
          </a:ln>
        </p:spPr>
        <p:txBody>
          <a:bodyPr anchorCtr="0" anchor="ctr" bIns="91425" lIns="91425" spcFirstLastPara="1" rIns="91425" wrap="square" tIns="91425">
            <a:normAutofit/>
          </a:bodyPr>
          <a:lstStyle>
            <a:lvl1pPr indent="-298450" lvl="0" marL="457200">
              <a:spcBef>
                <a:spcPts val="0"/>
              </a:spcBef>
              <a:spcAft>
                <a:spcPts val="0"/>
              </a:spcAft>
              <a:buClr>
                <a:schemeClr val="dk1"/>
              </a:buClr>
              <a:buSzPts val="1100"/>
              <a:buChar char="•"/>
              <a:defRPr sz="1100">
                <a:solidFill>
                  <a:schemeClr val="dk1"/>
                </a:solidFill>
              </a:defRPr>
            </a:lvl1pPr>
            <a:lvl2pPr indent="-298450" lvl="1" marL="914400">
              <a:spcBef>
                <a:spcPts val="1000"/>
              </a:spcBef>
              <a:spcAft>
                <a:spcPts val="0"/>
              </a:spcAft>
              <a:buClr>
                <a:schemeClr val="dk1"/>
              </a:buClr>
              <a:buSzPts val="1100"/>
              <a:buChar char="○"/>
              <a:defRPr sz="1100">
                <a:solidFill>
                  <a:schemeClr val="dk1"/>
                </a:solidFill>
              </a:defRPr>
            </a:lvl2pPr>
            <a:lvl3pPr indent="-298450" lvl="2" marL="1371600">
              <a:spcBef>
                <a:spcPts val="1000"/>
              </a:spcBef>
              <a:spcAft>
                <a:spcPts val="0"/>
              </a:spcAft>
              <a:buClr>
                <a:schemeClr val="dk1"/>
              </a:buClr>
              <a:buSzPts val="1100"/>
              <a:buChar char="■"/>
              <a:defRPr sz="1100">
                <a:solidFill>
                  <a:schemeClr val="dk1"/>
                </a:solidFill>
              </a:defRPr>
            </a:lvl3pPr>
            <a:lvl4pPr indent="-298450" lvl="3" marL="1828800">
              <a:spcBef>
                <a:spcPts val="1000"/>
              </a:spcBef>
              <a:spcAft>
                <a:spcPts val="0"/>
              </a:spcAft>
              <a:buClr>
                <a:schemeClr val="dk1"/>
              </a:buClr>
              <a:buSzPts val="1100"/>
              <a:buChar char="●"/>
              <a:defRPr sz="1100">
                <a:solidFill>
                  <a:schemeClr val="dk1"/>
                </a:solidFill>
              </a:defRPr>
            </a:lvl4pPr>
            <a:lvl5pPr indent="-298450" lvl="4" marL="2286000">
              <a:spcBef>
                <a:spcPts val="1000"/>
              </a:spcBef>
              <a:spcAft>
                <a:spcPts val="0"/>
              </a:spcAft>
              <a:buClr>
                <a:schemeClr val="dk1"/>
              </a:buClr>
              <a:buSzPts val="1100"/>
              <a:buChar char="○"/>
              <a:defRPr sz="1100">
                <a:solidFill>
                  <a:schemeClr val="dk1"/>
                </a:solidFill>
              </a:defRPr>
            </a:lvl5pPr>
            <a:lvl6pPr indent="-298450" lvl="5" marL="2743200">
              <a:spcBef>
                <a:spcPts val="1000"/>
              </a:spcBef>
              <a:spcAft>
                <a:spcPts val="0"/>
              </a:spcAft>
              <a:buClr>
                <a:schemeClr val="dk1"/>
              </a:buClr>
              <a:buSzPts val="1100"/>
              <a:buChar char="■"/>
              <a:defRPr sz="1100">
                <a:solidFill>
                  <a:schemeClr val="dk1"/>
                </a:solidFill>
              </a:defRPr>
            </a:lvl6pPr>
            <a:lvl7pPr indent="-298450" lvl="6" marL="3200400">
              <a:spcBef>
                <a:spcPts val="1000"/>
              </a:spcBef>
              <a:spcAft>
                <a:spcPts val="0"/>
              </a:spcAft>
              <a:buClr>
                <a:schemeClr val="dk1"/>
              </a:buClr>
              <a:buSzPts val="1100"/>
              <a:buChar char="●"/>
              <a:defRPr sz="1100">
                <a:solidFill>
                  <a:schemeClr val="dk1"/>
                </a:solidFill>
              </a:defRPr>
            </a:lvl7pPr>
            <a:lvl8pPr indent="-298450" lvl="7" marL="3657600">
              <a:spcBef>
                <a:spcPts val="1000"/>
              </a:spcBef>
              <a:spcAft>
                <a:spcPts val="0"/>
              </a:spcAft>
              <a:buClr>
                <a:schemeClr val="dk1"/>
              </a:buClr>
              <a:buSzPts val="1100"/>
              <a:buChar char="○"/>
              <a:defRPr sz="1100">
                <a:solidFill>
                  <a:schemeClr val="dk1"/>
                </a:solidFill>
              </a:defRPr>
            </a:lvl8pPr>
            <a:lvl9pPr indent="-298450" lvl="8" marL="4114800">
              <a:spcBef>
                <a:spcPts val="1000"/>
              </a:spcBef>
              <a:spcAft>
                <a:spcPts val="1000"/>
              </a:spcAft>
              <a:buClr>
                <a:schemeClr val="dk1"/>
              </a:buClr>
              <a:buSzPts val="1100"/>
              <a:buChar char="■"/>
              <a:defRPr sz="1100">
                <a:solidFill>
                  <a:schemeClr val="dk1"/>
                </a:solidFill>
              </a:defRPr>
            </a:lvl9pPr>
          </a:lstStyle>
          <a:p/>
        </p:txBody>
      </p:sp>
      <p:sp>
        <p:nvSpPr>
          <p:cNvPr id="258" name="Google Shape;258;p45"/>
          <p:cNvSpPr txBox="1"/>
          <p:nvPr>
            <p:ph idx="5" type="body"/>
          </p:nvPr>
        </p:nvSpPr>
        <p:spPr>
          <a:xfrm>
            <a:off x="2749800" y="2397775"/>
            <a:ext cx="5937000" cy="986100"/>
          </a:xfrm>
          <a:prstGeom prst="rect">
            <a:avLst/>
          </a:prstGeom>
          <a:noFill/>
          <a:ln>
            <a:noFill/>
          </a:ln>
        </p:spPr>
        <p:txBody>
          <a:bodyPr anchorCtr="0" anchor="ctr" bIns="91425" lIns="91425" spcFirstLastPara="1" rIns="91425" wrap="square" tIns="91425">
            <a:normAutofit/>
          </a:bodyPr>
          <a:lstStyle>
            <a:lvl1pPr indent="-298450" lvl="0" marL="457200">
              <a:spcBef>
                <a:spcPts val="0"/>
              </a:spcBef>
              <a:spcAft>
                <a:spcPts val="0"/>
              </a:spcAft>
              <a:buClr>
                <a:schemeClr val="dk1"/>
              </a:buClr>
              <a:buSzPts val="1100"/>
              <a:buChar char="•"/>
              <a:defRPr sz="1100">
                <a:solidFill>
                  <a:schemeClr val="dk1"/>
                </a:solidFill>
              </a:defRPr>
            </a:lvl1pPr>
            <a:lvl2pPr indent="-298450" lvl="1" marL="914400">
              <a:spcBef>
                <a:spcPts val="1000"/>
              </a:spcBef>
              <a:spcAft>
                <a:spcPts val="0"/>
              </a:spcAft>
              <a:buClr>
                <a:schemeClr val="dk1"/>
              </a:buClr>
              <a:buSzPts val="1100"/>
              <a:buChar char="○"/>
              <a:defRPr sz="1100">
                <a:solidFill>
                  <a:schemeClr val="dk1"/>
                </a:solidFill>
              </a:defRPr>
            </a:lvl2pPr>
            <a:lvl3pPr indent="-298450" lvl="2" marL="1371600">
              <a:spcBef>
                <a:spcPts val="1000"/>
              </a:spcBef>
              <a:spcAft>
                <a:spcPts val="0"/>
              </a:spcAft>
              <a:buClr>
                <a:schemeClr val="dk1"/>
              </a:buClr>
              <a:buSzPts val="1100"/>
              <a:buChar char="■"/>
              <a:defRPr sz="1100">
                <a:solidFill>
                  <a:schemeClr val="dk1"/>
                </a:solidFill>
              </a:defRPr>
            </a:lvl3pPr>
            <a:lvl4pPr indent="-298450" lvl="3" marL="1828800">
              <a:spcBef>
                <a:spcPts val="1000"/>
              </a:spcBef>
              <a:spcAft>
                <a:spcPts val="0"/>
              </a:spcAft>
              <a:buClr>
                <a:schemeClr val="dk1"/>
              </a:buClr>
              <a:buSzPts val="1100"/>
              <a:buChar char="●"/>
              <a:defRPr sz="1100">
                <a:solidFill>
                  <a:schemeClr val="dk1"/>
                </a:solidFill>
              </a:defRPr>
            </a:lvl4pPr>
            <a:lvl5pPr indent="-298450" lvl="4" marL="2286000">
              <a:spcBef>
                <a:spcPts val="1000"/>
              </a:spcBef>
              <a:spcAft>
                <a:spcPts val="0"/>
              </a:spcAft>
              <a:buClr>
                <a:schemeClr val="dk1"/>
              </a:buClr>
              <a:buSzPts val="1100"/>
              <a:buChar char="○"/>
              <a:defRPr sz="1100">
                <a:solidFill>
                  <a:schemeClr val="dk1"/>
                </a:solidFill>
              </a:defRPr>
            </a:lvl5pPr>
            <a:lvl6pPr indent="-298450" lvl="5" marL="2743200">
              <a:spcBef>
                <a:spcPts val="1000"/>
              </a:spcBef>
              <a:spcAft>
                <a:spcPts val="0"/>
              </a:spcAft>
              <a:buClr>
                <a:schemeClr val="dk1"/>
              </a:buClr>
              <a:buSzPts val="1100"/>
              <a:buChar char="■"/>
              <a:defRPr sz="1100">
                <a:solidFill>
                  <a:schemeClr val="dk1"/>
                </a:solidFill>
              </a:defRPr>
            </a:lvl6pPr>
            <a:lvl7pPr indent="-298450" lvl="6" marL="3200400">
              <a:spcBef>
                <a:spcPts val="1000"/>
              </a:spcBef>
              <a:spcAft>
                <a:spcPts val="0"/>
              </a:spcAft>
              <a:buClr>
                <a:schemeClr val="dk1"/>
              </a:buClr>
              <a:buSzPts val="1100"/>
              <a:buChar char="●"/>
              <a:defRPr sz="1100">
                <a:solidFill>
                  <a:schemeClr val="dk1"/>
                </a:solidFill>
              </a:defRPr>
            </a:lvl7pPr>
            <a:lvl8pPr indent="-298450" lvl="7" marL="3657600">
              <a:spcBef>
                <a:spcPts val="1000"/>
              </a:spcBef>
              <a:spcAft>
                <a:spcPts val="0"/>
              </a:spcAft>
              <a:buClr>
                <a:schemeClr val="dk1"/>
              </a:buClr>
              <a:buSzPts val="1100"/>
              <a:buChar char="○"/>
              <a:defRPr sz="1100">
                <a:solidFill>
                  <a:schemeClr val="dk1"/>
                </a:solidFill>
              </a:defRPr>
            </a:lvl8pPr>
            <a:lvl9pPr indent="-298450" lvl="8" marL="4114800">
              <a:spcBef>
                <a:spcPts val="1000"/>
              </a:spcBef>
              <a:spcAft>
                <a:spcPts val="1000"/>
              </a:spcAft>
              <a:buClr>
                <a:schemeClr val="dk1"/>
              </a:buClr>
              <a:buSzPts val="1100"/>
              <a:buChar char="■"/>
              <a:defRPr sz="1100">
                <a:solidFill>
                  <a:schemeClr val="dk1"/>
                </a:solidFill>
              </a:defRPr>
            </a:lvl9pPr>
          </a:lstStyle>
          <a:p/>
        </p:txBody>
      </p:sp>
      <p:sp>
        <p:nvSpPr>
          <p:cNvPr id="259" name="Google Shape;259;p45"/>
          <p:cNvSpPr txBox="1"/>
          <p:nvPr>
            <p:ph idx="6" type="subTitle"/>
          </p:nvPr>
        </p:nvSpPr>
        <p:spPr>
          <a:xfrm>
            <a:off x="457200" y="3505150"/>
            <a:ext cx="2142300" cy="9861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300">
                <a:solidFill>
                  <a:schemeClr val="dk1"/>
                </a:solidFill>
                <a:latin typeface="Hanken Grotesk SemiBold"/>
                <a:ea typeface="Hanken Grotesk SemiBold"/>
                <a:cs typeface="Hanken Grotesk SemiBold"/>
                <a:sym typeface="Hanken Grotesk SemiBold"/>
              </a:defRPr>
            </a:lvl1pPr>
            <a:lvl2pPr lvl="1">
              <a:spcBef>
                <a:spcPts val="1000"/>
              </a:spcBef>
              <a:spcAft>
                <a:spcPts val="0"/>
              </a:spcAft>
              <a:buClr>
                <a:schemeClr val="dk1"/>
              </a:buClr>
              <a:buSzPts val="1300"/>
              <a:buNone/>
              <a:defRPr sz="1300">
                <a:solidFill>
                  <a:schemeClr val="dk1"/>
                </a:solidFill>
              </a:defRPr>
            </a:lvl2pPr>
            <a:lvl3pPr lvl="2">
              <a:spcBef>
                <a:spcPts val="0"/>
              </a:spcBef>
              <a:spcAft>
                <a:spcPts val="0"/>
              </a:spcAft>
              <a:buClr>
                <a:schemeClr val="dk1"/>
              </a:buClr>
              <a:buSzPts val="1300"/>
              <a:buNone/>
              <a:defRPr sz="1300">
                <a:solidFill>
                  <a:schemeClr val="dk1"/>
                </a:solidFill>
              </a:defRPr>
            </a:lvl3pPr>
            <a:lvl4pPr lvl="3">
              <a:spcBef>
                <a:spcPts val="0"/>
              </a:spcBef>
              <a:spcAft>
                <a:spcPts val="0"/>
              </a:spcAft>
              <a:buClr>
                <a:schemeClr val="dk1"/>
              </a:buClr>
              <a:buSzPts val="1300"/>
              <a:buNone/>
              <a:defRPr sz="1300">
                <a:solidFill>
                  <a:schemeClr val="dk1"/>
                </a:solidFill>
              </a:defRPr>
            </a:lvl4pPr>
            <a:lvl5pPr lvl="4">
              <a:spcBef>
                <a:spcPts val="0"/>
              </a:spcBef>
              <a:spcAft>
                <a:spcPts val="0"/>
              </a:spcAft>
              <a:buClr>
                <a:schemeClr val="dk1"/>
              </a:buClr>
              <a:buSzPts val="1300"/>
              <a:buNone/>
              <a:defRPr sz="1300">
                <a:solidFill>
                  <a:schemeClr val="dk1"/>
                </a:solidFill>
              </a:defRPr>
            </a:lvl5pPr>
            <a:lvl6pPr lvl="5">
              <a:spcBef>
                <a:spcPts val="0"/>
              </a:spcBef>
              <a:spcAft>
                <a:spcPts val="0"/>
              </a:spcAft>
              <a:buClr>
                <a:schemeClr val="dk1"/>
              </a:buClr>
              <a:buSzPts val="1300"/>
              <a:buNone/>
              <a:defRPr sz="1300">
                <a:solidFill>
                  <a:schemeClr val="dk1"/>
                </a:solidFill>
              </a:defRPr>
            </a:lvl6pPr>
            <a:lvl7pPr lvl="6">
              <a:spcBef>
                <a:spcPts val="0"/>
              </a:spcBef>
              <a:spcAft>
                <a:spcPts val="0"/>
              </a:spcAft>
              <a:buClr>
                <a:schemeClr val="dk1"/>
              </a:buClr>
              <a:buSzPts val="1300"/>
              <a:buNone/>
              <a:defRPr sz="1300">
                <a:solidFill>
                  <a:schemeClr val="dk1"/>
                </a:solidFill>
              </a:defRPr>
            </a:lvl7pPr>
            <a:lvl8pPr lvl="7">
              <a:spcBef>
                <a:spcPts val="0"/>
              </a:spcBef>
              <a:spcAft>
                <a:spcPts val="0"/>
              </a:spcAft>
              <a:buClr>
                <a:schemeClr val="dk1"/>
              </a:buClr>
              <a:buSzPts val="1300"/>
              <a:buNone/>
              <a:defRPr sz="1300">
                <a:solidFill>
                  <a:schemeClr val="dk1"/>
                </a:solidFill>
              </a:defRPr>
            </a:lvl8pPr>
            <a:lvl9pPr lvl="8">
              <a:spcBef>
                <a:spcPts val="0"/>
              </a:spcBef>
              <a:spcAft>
                <a:spcPts val="0"/>
              </a:spcAft>
              <a:buClr>
                <a:schemeClr val="dk1"/>
              </a:buClr>
              <a:buSzPts val="1300"/>
              <a:buNone/>
              <a:defRPr sz="1300">
                <a:solidFill>
                  <a:schemeClr val="dk1"/>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3 1 1">
  <p:cSld name="CUSTOM_3_2_1_1_1_1_1_1_1_1">
    <p:spTree>
      <p:nvGrpSpPr>
        <p:cNvPr id="260" name="Shape 260"/>
        <p:cNvGrpSpPr/>
        <p:nvPr/>
      </p:nvGrpSpPr>
      <p:grpSpPr>
        <a:xfrm>
          <a:off x="0" y="0"/>
          <a:ext cx="0" cy="0"/>
          <a:chOff x="0" y="0"/>
          <a:chExt cx="0" cy="0"/>
        </a:xfrm>
      </p:grpSpPr>
      <p:sp>
        <p:nvSpPr>
          <p:cNvPr id="261" name="Google Shape;261;p46"/>
          <p:cNvSpPr txBox="1"/>
          <p:nvPr>
            <p:ph type="title"/>
          </p:nvPr>
        </p:nvSpPr>
        <p:spPr>
          <a:xfrm>
            <a:off x="457200" y="446825"/>
            <a:ext cx="8229600" cy="569100"/>
          </a:xfrm>
          <a:prstGeom prst="rect">
            <a:avLst/>
          </a:prstGeom>
        </p:spPr>
        <p:txBody>
          <a:bodyPr anchorCtr="0" anchor="ctr" bIns="91425" lIns="0" spcFirstLastPara="1" rIns="91425" wrap="square" tIns="91425">
            <a:normAutofit/>
          </a:bodyPr>
          <a:lstStyle>
            <a:lvl1pPr lvl="0">
              <a:spcBef>
                <a:spcPts val="0"/>
              </a:spcBef>
              <a:spcAft>
                <a:spcPts val="0"/>
              </a:spcAft>
              <a:buSzPts val="2200"/>
              <a:buNone/>
              <a:defRPr/>
            </a:lvl1pPr>
            <a:lvl2pPr lvl="1">
              <a:spcBef>
                <a:spcPts val="0"/>
              </a:spcBef>
              <a:spcAft>
                <a:spcPts val="0"/>
              </a:spcAft>
              <a:buSzPts val="2200"/>
              <a:buNone/>
              <a:defRPr>
                <a:latin typeface="Inter"/>
                <a:ea typeface="Inter"/>
                <a:cs typeface="Inter"/>
                <a:sym typeface="Inter"/>
              </a:defRPr>
            </a:lvl2pPr>
            <a:lvl3pPr lvl="2">
              <a:spcBef>
                <a:spcPts val="0"/>
              </a:spcBef>
              <a:spcAft>
                <a:spcPts val="0"/>
              </a:spcAft>
              <a:buSzPts val="2200"/>
              <a:buNone/>
              <a:defRPr>
                <a:latin typeface="Inter"/>
                <a:ea typeface="Inter"/>
                <a:cs typeface="Inter"/>
                <a:sym typeface="Inter"/>
              </a:defRPr>
            </a:lvl3pPr>
            <a:lvl4pPr lvl="3">
              <a:spcBef>
                <a:spcPts val="0"/>
              </a:spcBef>
              <a:spcAft>
                <a:spcPts val="0"/>
              </a:spcAft>
              <a:buSzPts val="2200"/>
              <a:buNone/>
              <a:defRPr>
                <a:latin typeface="Inter"/>
                <a:ea typeface="Inter"/>
                <a:cs typeface="Inter"/>
                <a:sym typeface="Inter"/>
              </a:defRPr>
            </a:lvl4pPr>
            <a:lvl5pPr lvl="4">
              <a:spcBef>
                <a:spcPts val="0"/>
              </a:spcBef>
              <a:spcAft>
                <a:spcPts val="0"/>
              </a:spcAft>
              <a:buSzPts val="2200"/>
              <a:buNone/>
              <a:defRPr>
                <a:latin typeface="Inter"/>
                <a:ea typeface="Inter"/>
                <a:cs typeface="Inter"/>
                <a:sym typeface="Inter"/>
              </a:defRPr>
            </a:lvl5pPr>
            <a:lvl6pPr lvl="5">
              <a:spcBef>
                <a:spcPts val="0"/>
              </a:spcBef>
              <a:spcAft>
                <a:spcPts val="0"/>
              </a:spcAft>
              <a:buSzPts val="2200"/>
              <a:buNone/>
              <a:defRPr>
                <a:latin typeface="Inter"/>
                <a:ea typeface="Inter"/>
                <a:cs typeface="Inter"/>
                <a:sym typeface="Inter"/>
              </a:defRPr>
            </a:lvl6pPr>
            <a:lvl7pPr lvl="6">
              <a:spcBef>
                <a:spcPts val="0"/>
              </a:spcBef>
              <a:spcAft>
                <a:spcPts val="0"/>
              </a:spcAft>
              <a:buSzPts val="2200"/>
              <a:buNone/>
              <a:defRPr>
                <a:latin typeface="Inter"/>
                <a:ea typeface="Inter"/>
                <a:cs typeface="Inter"/>
                <a:sym typeface="Inter"/>
              </a:defRPr>
            </a:lvl7pPr>
            <a:lvl8pPr lvl="7">
              <a:spcBef>
                <a:spcPts val="0"/>
              </a:spcBef>
              <a:spcAft>
                <a:spcPts val="0"/>
              </a:spcAft>
              <a:buSzPts val="2200"/>
              <a:buNone/>
              <a:defRPr>
                <a:latin typeface="Inter"/>
                <a:ea typeface="Inter"/>
                <a:cs typeface="Inter"/>
                <a:sym typeface="Inter"/>
              </a:defRPr>
            </a:lvl8pPr>
            <a:lvl9pPr lvl="8">
              <a:spcBef>
                <a:spcPts val="0"/>
              </a:spcBef>
              <a:spcAft>
                <a:spcPts val="0"/>
              </a:spcAft>
              <a:buSzPts val="2200"/>
              <a:buNone/>
              <a:defRPr>
                <a:latin typeface="Inter"/>
                <a:ea typeface="Inter"/>
                <a:cs typeface="Inter"/>
                <a:sym typeface="Inter"/>
              </a:defRPr>
            </a:lvl9pPr>
          </a:lstStyle>
          <a:p/>
        </p:txBody>
      </p:sp>
      <p:sp>
        <p:nvSpPr>
          <p:cNvPr id="262" name="Google Shape;262;p46"/>
          <p:cNvSpPr txBox="1"/>
          <p:nvPr>
            <p:ph idx="1" type="subTitle"/>
          </p:nvPr>
        </p:nvSpPr>
        <p:spPr>
          <a:xfrm>
            <a:off x="457200" y="1154911"/>
            <a:ext cx="2142300" cy="8331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300">
                <a:solidFill>
                  <a:schemeClr val="dk1"/>
                </a:solidFill>
                <a:latin typeface="Hanken Grotesk SemiBold"/>
                <a:ea typeface="Hanken Grotesk SemiBold"/>
                <a:cs typeface="Hanken Grotesk SemiBold"/>
                <a:sym typeface="Hanken Grotesk SemiBold"/>
              </a:defRPr>
            </a:lvl1pPr>
            <a:lvl2pPr lvl="1">
              <a:spcBef>
                <a:spcPts val="1000"/>
              </a:spcBef>
              <a:spcAft>
                <a:spcPts val="0"/>
              </a:spcAft>
              <a:buClr>
                <a:schemeClr val="dk1"/>
              </a:buClr>
              <a:buSzPts val="1300"/>
              <a:buNone/>
              <a:defRPr sz="1300">
                <a:solidFill>
                  <a:schemeClr val="dk1"/>
                </a:solidFill>
              </a:defRPr>
            </a:lvl2pPr>
            <a:lvl3pPr lvl="2">
              <a:spcBef>
                <a:spcPts val="0"/>
              </a:spcBef>
              <a:spcAft>
                <a:spcPts val="0"/>
              </a:spcAft>
              <a:buClr>
                <a:schemeClr val="dk1"/>
              </a:buClr>
              <a:buSzPts val="1300"/>
              <a:buNone/>
              <a:defRPr sz="1300">
                <a:solidFill>
                  <a:schemeClr val="dk1"/>
                </a:solidFill>
              </a:defRPr>
            </a:lvl3pPr>
            <a:lvl4pPr lvl="3">
              <a:spcBef>
                <a:spcPts val="0"/>
              </a:spcBef>
              <a:spcAft>
                <a:spcPts val="0"/>
              </a:spcAft>
              <a:buClr>
                <a:schemeClr val="dk1"/>
              </a:buClr>
              <a:buSzPts val="1300"/>
              <a:buNone/>
              <a:defRPr sz="1300">
                <a:solidFill>
                  <a:schemeClr val="dk1"/>
                </a:solidFill>
              </a:defRPr>
            </a:lvl4pPr>
            <a:lvl5pPr lvl="4">
              <a:spcBef>
                <a:spcPts val="0"/>
              </a:spcBef>
              <a:spcAft>
                <a:spcPts val="0"/>
              </a:spcAft>
              <a:buClr>
                <a:schemeClr val="dk1"/>
              </a:buClr>
              <a:buSzPts val="1300"/>
              <a:buNone/>
              <a:defRPr sz="1300">
                <a:solidFill>
                  <a:schemeClr val="dk1"/>
                </a:solidFill>
              </a:defRPr>
            </a:lvl5pPr>
            <a:lvl6pPr lvl="5">
              <a:spcBef>
                <a:spcPts val="0"/>
              </a:spcBef>
              <a:spcAft>
                <a:spcPts val="0"/>
              </a:spcAft>
              <a:buClr>
                <a:schemeClr val="dk1"/>
              </a:buClr>
              <a:buSzPts val="1300"/>
              <a:buNone/>
              <a:defRPr sz="1300">
                <a:solidFill>
                  <a:schemeClr val="dk1"/>
                </a:solidFill>
              </a:defRPr>
            </a:lvl6pPr>
            <a:lvl7pPr lvl="6">
              <a:spcBef>
                <a:spcPts val="0"/>
              </a:spcBef>
              <a:spcAft>
                <a:spcPts val="0"/>
              </a:spcAft>
              <a:buClr>
                <a:schemeClr val="dk1"/>
              </a:buClr>
              <a:buSzPts val="1300"/>
              <a:buNone/>
              <a:defRPr sz="1300">
                <a:solidFill>
                  <a:schemeClr val="dk1"/>
                </a:solidFill>
              </a:defRPr>
            </a:lvl7pPr>
            <a:lvl8pPr lvl="7">
              <a:spcBef>
                <a:spcPts val="0"/>
              </a:spcBef>
              <a:spcAft>
                <a:spcPts val="0"/>
              </a:spcAft>
              <a:buClr>
                <a:schemeClr val="dk1"/>
              </a:buClr>
              <a:buSzPts val="1300"/>
              <a:buNone/>
              <a:defRPr sz="1300">
                <a:solidFill>
                  <a:schemeClr val="dk1"/>
                </a:solidFill>
              </a:defRPr>
            </a:lvl8pPr>
            <a:lvl9pPr lvl="8">
              <a:spcBef>
                <a:spcPts val="0"/>
              </a:spcBef>
              <a:spcAft>
                <a:spcPts val="0"/>
              </a:spcAft>
              <a:buClr>
                <a:schemeClr val="dk1"/>
              </a:buClr>
              <a:buSzPts val="1300"/>
              <a:buNone/>
              <a:defRPr sz="1300">
                <a:solidFill>
                  <a:schemeClr val="dk1"/>
                </a:solidFill>
              </a:defRPr>
            </a:lvl9pPr>
          </a:lstStyle>
          <a:p/>
        </p:txBody>
      </p:sp>
      <p:sp>
        <p:nvSpPr>
          <p:cNvPr id="263" name="Google Shape;263;p46"/>
          <p:cNvSpPr txBox="1"/>
          <p:nvPr>
            <p:ph idx="2" type="body"/>
          </p:nvPr>
        </p:nvSpPr>
        <p:spPr>
          <a:xfrm>
            <a:off x="2749850" y="1289125"/>
            <a:ext cx="5937000" cy="738900"/>
          </a:xfrm>
          <a:prstGeom prst="rect">
            <a:avLst/>
          </a:prstGeom>
          <a:noFill/>
          <a:ln>
            <a:noFill/>
          </a:ln>
        </p:spPr>
        <p:txBody>
          <a:bodyPr anchorCtr="0" anchor="ctr" bIns="91425" lIns="91425" spcFirstLastPara="1" rIns="91425" wrap="square" tIns="91425">
            <a:normAutofit/>
          </a:bodyPr>
          <a:lstStyle>
            <a:lvl1pPr indent="-298450" lvl="0" marL="457200">
              <a:spcBef>
                <a:spcPts val="0"/>
              </a:spcBef>
              <a:spcAft>
                <a:spcPts val="0"/>
              </a:spcAft>
              <a:buClr>
                <a:schemeClr val="dk1"/>
              </a:buClr>
              <a:buSzPts val="1100"/>
              <a:buChar char="•"/>
              <a:defRPr sz="1100">
                <a:solidFill>
                  <a:schemeClr val="dk1"/>
                </a:solidFill>
              </a:defRPr>
            </a:lvl1pPr>
            <a:lvl2pPr indent="-298450" lvl="1" marL="914400">
              <a:spcBef>
                <a:spcPts val="1000"/>
              </a:spcBef>
              <a:spcAft>
                <a:spcPts val="0"/>
              </a:spcAft>
              <a:buClr>
                <a:schemeClr val="dk1"/>
              </a:buClr>
              <a:buSzPts val="1100"/>
              <a:buChar char="○"/>
              <a:defRPr sz="1100">
                <a:solidFill>
                  <a:schemeClr val="dk1"/>
                </a:solidFill>
              </a:defRPr>
            </a:lvl2pPr>
            <a:lvl3pPr indent="-298450" lvl="2" marL="1371600">
              <a:spcBef>
                <a:spcPts val="1000"/>
              </a:spcBef>
              <a:spcAft>
                <a:spcPts val="0"/>
              </a:spcAft>
              <a:buClr>
                <a:schemeClr val="dk1"/>
              </a:buClr>
              <a:buSzPts val="1100"/>
              <a:buChar char="■"/>
              <a:defRPr sz="1100">
                <a:solidFill>
                  <a:schemeClr val="dk1"/>
                </a:solidFill>
              </a:defRPr>
            </a:lvl3pPr>
            <a:lvl4pPr indent="-298450" lvl="3" marL="1828800">
              <a:spcBef>
                <a:spcPts val="1000"/>
              </a:spcBef>
              <a:spcAft>
                <a:spcPts val="0"/>
              </a:spcAft>
              <a:buClr>
                <a:schemeClr val="dk1"/>
              </a:buClr>
              <a:buSzPts val="1100"/>
              <a:buChar char="●"/>
              <a:defRPr sz="1100">
                <a:solidFill>
                  <a:schemeClr val="dk1"/>
                </a:solidFill>
              </a:defRPr>
            </a:lvl4pPr>
            <a:lvl5pPr indent="-298450" lvl="4" marL="2286000">
              <a:spcBef>
                <a:spcPts val="1000"/>
              </a:spcBef>
              <a:spcAft>
                <a:spcPts val="0"/>
              </a:spcAft>
              <a:buClr>
                <a:schemeClr val="dk1"/>
              </a:buClr>
              <a:buSzPts val="1100"/>
              <a:buChar char="○"/>
              <a:defRPr sz="1100">
                <a:solidFill>
                  <a:schemeClr val="dk1"/>
                </a:solidFill>
              </a:defRPr>
            </a:lvl5pPr>
            <a:lvl6pPr indent="-298450" lvl="5" marL="2743200">
              <a:spcBef>
                <a:spcPts val="1000"/>
              </a:spcBef>
              <a:spcAft>
                <a:spcPts val="0"/>
              </a:spcAft>
              <a:buClr>
                <a:schemeClr val="dk1"/>
              </a:buClr>
              <a:buSzPts val="1100"/>
              <a:buChar char="■"/>
              <a:defRPr sz="1100">
                <a:solidFill>
                  <a:schemeClr val="dk1"/>
                </a:solidFill>
              </a:defRPr>
            </a:lvl6pPr>
            <a:lvl7pPr indent="-298450" lvl="6" marL="3200400">
              <a:spcBef>
                <a:spcPts val="1000"/>
              </a:spcBef>
              <a:spcAft>
                <a:spcPts val="0"/>
              </a:spcAft>
              <a:buClr>
                <a:schemeClr val="dk1"/>
              </a:buClr>
              <a:buSzPts val="1100"/>
              <a:buChar char="●"/>
              <a:defRPr sz="1100">
                <a:solidFill>
                  <a:schemeClr val="dk1"/>
                </a:solidFill>
              </a:defRPr>
            </a:lvl7pPr>
            <a:lvl8pPr indent="-298450" lvl="7" marL="3657600">
              <a:spcBef>
                <a:spcPts val="1000"/>
              </a:spcBef>
              <a:spcAft>
                <a:spcPts val="0"/>
              </a:spcAft>
              <a:buClr>
                <a:schemeClr val="dk1"/>
              </a:buClr>
              <a:buSzPts val="1100"/>
              <a:buChar char="○"/>
              <a:defRPr sz="1100">
                <a:solidFill>
                  <a:schemeClr val="dk1"/>
                </a:solidFill>
              </a:defRPr>
            </a:lvl8pPr>
            <a:lvl9pPr indent="-298450" lvl="8" marL="4114800">
              <a:spcBef>
                <a:spcPts val="1000"/>
              </a:spcBef>
              <a:spcAft>
                <a:spcPts val="1000"/>
              </a:spcAft>
              <a:buClr>
                <a:schemeClr val="dk1"/>
              </a:buClr>
              <a:buSzPts val="1100"/>
              <a:buChar char="■"/>
              <a:defRPr sz="1100">
                <a:solidFill>
                  <a:schemeClr val="dk1"/>
                </a:solidFill>
              </a:defRPr>
            </a:lvl9pPr>
          </a:lstStyle>
          <a:p/>
        </p:txBody>
      </p:sp>
      <p:sp>
        <p:nvSpPr>
          <p:cNvPr id="264" name="Google Shape;264;p46"/>
          <p:cNvSpPr txBox="1"/>
          <p:nvPr>
            <p:ph idx="3" type="subTitle"/>
          </p:nvPr>
        </p:nvSpPr>
        <p:spPr>
          <a:xfrm>
            <a:off x="457200" y="2090802"/>
            <a:ext cx="2142300" cy="8331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300">
                <a:solidFill>
                  <a:schemeClr val="dk1"/>
                </a:solidFill>
                <a:latin typeface="Hanken Grotesk SemiBold"/>
                <a:ea typeface="Hanken Grotesk SemiBold"/>
                <a:cs typeface="Hanken Grotesk SemiBold"/>
                <a:sym typeface="Hanken Grotesk SemiBold"/>
              </a:defRPr>
            </a:lvl1pPr>
            <a:lvl2pPr lvl="1">
              <a:spcBef>
                <a:spcPts val="1000"/>
              </a:spcBef>
              <a:spcAft>
                <a:spcPts val="0"/>
              </a:spcAft>
              <a:buClr>
                <a:schemeClr val="dk1"/>
              </a:buClr>
              <a:buSzPts val="1300"/>
              <a:buNone/>
              <a:defRPr sz="1300">
                <a:solidFill>
                  <a:schemeClr val="dk1"/>
                </a:solidFill>
              </a:defRPr>
            </a:lvl2pPr>
            <a:lvl3pPr lvl="2">
              <a:spcBef>
                <a:spcPts val="0"/>
              </a:spcBef>
              <a:spcAft>
                <a:spcPts val="0"/>
              </a:spcAft>
              <a:buClr>
                <a:schemeClr val="dk1"/>
              </a:buClr>
              <a:buSzPts val="1300"/>
              <a:buNone/>
              <a:defRPr sz="1300">
                <a:solidFill>
                  <a:schemeClr val="dk1"/>
                </a:solidFill>
              </a:defRPr>
            </a:lvl3pPr>
            <a:lvl4pPr lvl="3">
              <a:spcBef>
                <a:spcPts val="0"/>
              </a:spcBef>
              <a:spcAft>
                <a:spcPts val="0"/>
              </a:spcAft>
              <a:buClr>
                <a:schemeClr val="dk1"/>
              </a:buClr>
              <a:buSzPts val="1300"/>
              <a:buNone/>
              <a:defRPr sz="1300">
                <a:solidFill>
                  <a:schemeClr val="dk1"/>
                </a:solidFill>
              </a:defRPr>
            </a:lvl4pPr>
            <a:lvl5pPr lvl="4">
              <a:spcBef>
                <a:spcPts val="0"/>
              </a:spcBef>
              <a:spcAft>
                <a:spcPts val="0"/>
              </a:spcAft>
              <a:buClr>
                <a:schemeClr val="dk1"/>
              </a:buClr>
              <a:buSzPts val="1300"/>
              <a:buNone/>
              <a:defRPr sz="1300">
                <a:solidFill>
                  <a:schemeClr val="dk1"/>
                </a:solidFill>
              </a:defRPr>
            </a:lvl5pPr>
            <a:lvl6pPr lvl="5">
              <a:spcBef>
                <a:spcPts val="0"/>
              </a:spcBef>
              <a:spcAft>
                <a:spcPts val="0"/>
              </a:spcAft>
              <a:buClr>
                <a:schemeClr val="dk1"/>
              </a:buClr>
              <a:buSzPts val="1300"/>
              <a:buNone/>
              <a:defRPr sz="1300">
                <a:solidFill>
                  <a:schemeClr val="dk1"/>
                </a:solidFill>
              </a:defRPr>
            </a:lvl6pPr>
            <a:lvl7pPr lvl="6">
              <a:spcBef>
                <a:spcPts val="0"/>
              </a:spcBef>
              <a:spcAft>
                <a:spcPts val="0"/>
              </a:spcAft>
              <a:buClr>
                <a:schemeClr val="dk1"/>
              </a:buClr>
              <a:buSzPts val="1300"/>
              <a:buNone/>
              <a:defRPr sz="1300">
                <a:solidFill>
                  <a:schemeClr val="dk1"/>
                </a:solidFill>
              </a:defRPr>
            </a:lvl7pPr>
            <a:lvl8pPr lvl="7">
              <a:spcBef>
                <a:spcPts val="0"/>
              </a:spcBef>
              <a:spcAft>
                <a:spcPts val="0"/>
              </a:spcAft>
              <a:buClr>
                <a:schemeClr val="dk1"/>
              </a:buClr>
              <a:buSzPts val="1300"/>
              <a:buNone/>
              <a:defRPr sz="1300">
                <a:solidFill>
                  <a:schemeClr val="dk1"/>
                </a:solidFill>
              </a:defRPr>
            </a:lvl8pPr>
            <a:lvl9pPr lvl="8">
              <a:spcBef>
                <a:spcPts val="0"/>
              </a:spcBef>
              <a:spcAft>
                <a:spcPts val="0"/>
              </a:spcAft>
              <a:buClr>
                <a:schemeClr val="dk1"/>
              </a:buClr>
              <a:buSzPts val="1300"/>
              <a:buNone/>
              <a:defRPr sz="1300">
                <a:solidFill>
                  <a:schemeClr val="dk1"/>
                </a:solidFill>
              </a:defRPr>
            </a:lvl9pPr>
          </a:lstStyle>
          <a:p/>
        </p:txBody>
      </p:sp>
      <p:sp>
        <p:nvSpPr>
          <p:cNvPr id="265" name="Google Shape;265;p46"/>
          <p:cNvSpPr txBox="1"/>
          <p:nvPr>
            <p:ph idx="4" type="body"/>
          </p:nvPr>
        </p:nvSpPr>
        <p:spPr>
          <a:xfrm>
            <a:off x="2749800" y="2950045"/>
            <a:ext cx="5937000" cy="738900"/>
          </a:xfrm>
          <a:prstGeom prst="rect">
            <a:avLst/>
          </a:prstGeom>
          <a:noFill/>
          <a:ln>
            <a:noFill/>
          </a:ln>
        </p:spPr>
        <p:txBody>
          <a:bodyPr anchorCtr="0" anchor="ctr" bIns="91425" lIns="91425" spcFirstLastPara="1" rIns="91425" wrap="square" tIns="91425">
            <a:normAutofit/>
          </a:bodyPr>
          <a:lstStyle>
            <a:lvl1pPr indent="-298450" lvl="0" marL="457200">
              <a:spcBef>
                <a:spcPts val="0"/>
              </a:spcBef>
              <a:spcAft>
                <a:spcPts val="0"/>
              </a:spcAft>
              <a:buClr>
                <a:schemeClr val="dk1"/>
              </a:buClr>
              <a:buSzPts val="1100"/>
              <a:buChar char="•"/>
              <a:defRPr sz="1100">
                <a:solidFill>
                  <a:schemeClr val="dk1"/>
                </a:solidFill>
              </a:defRPr>
            </a:lvl1pPr>
            <a:lvl2pPr indent="-298450" lvl="1" marL="914400">
              <a:spcBef>
                <a:spcPts val="1000"/>
              </a:spcBef>
              <a:spcAft>
                <a:spcPts val="0"/>
              </a:spcAft>
              <a:buClr>
                <a:schemeClr val="dk1"/>
              </a:buClr>
              <a:buSzPts val="1100"/>
              <a:buChar char="○"/>
              <a:defRPr sz="1100">
                <a:solidFill>
                  <a:schemeClr val="dk1"/>
                </a:solidFill>
              </a:defRPr>
            </a:lvl2pPr>
            <a:lvl3pPr indent="-298450" lvl="2" marL="1371600">
              <a:spcBef>
                <a:spcPts val="1000"/>
              </a:spcBef>
              <a:spcAft>
                <a:spcPts val="0"/>
              </a:spcAft>
              <a:buClr>
                <a:schemeClr val="dk1"/>
              </a:buClr>
              <a:buSzPts val="1100"/>
              <a:buChar char="■"/>
              <a:defRPr sz="1100">
                <a:solidFill>
                  <a:schemeClr val="dk1"/>
                </a:solidFill>
              </a:defRPr>
            </a:lvl3pPr>
            <a:lvl4pPr indent="-298450" lvl="3" marL="1828800">
              <a:spcBef>
                <a:spcPts val="1000"/>
              </a:spcBef>
              <a:spcAft>
                <a:spcPts val="0"/>
              </a:spcAft>
              <a:buClr>
                <a:schemeClr val="dk1"/>
              </a:buClr>
              <a:buSzPts val="1100"/>
              <a:buChar char="●"/>
              <a:defRPr sz="1100">
                <a:solidFill>
                  <a:schemeClr val="dk1"/>
                </a:solidFill>
              </a:defRPr>
            </a:lvl4pPr>
            <a:lvl5pPr indent="-298450" lvl="4" marL="2286000">
              <a:spcBef>
                <a:spcPts val="1000"/>
              </a:spcBef>
              <a:spcAft>
                <a:spcPts val="0"/>
              </a:spcAft>
              <a:buClr>
                <a:schemeClr val="dk1"/>
              </a:buClr>
              <a:buSzPts val="1100"/>
              <a:buChar char="○"/>
              <a:defRPr sz="1100">
                <a:solidFill>
                  <a:schemeClr val="dk1"/>
                </a:solidFill>
              </a:defRPr>
            </a:lvl5pPr>
            <a:lvl6pPr indent="-298450" lvl="5" marL="2743200">
              <a:spcBef>
                <a:spcPts val="1000"/>
              </a:spcBef>
              <a:spcAft>
                <a:spcPts val="0"/>
              </a:spcAft>
              <a:buClr>
                <a:schemeClr val="dk1"/>
              </a:buClr>
              <a:buSzPts val="1100"/>
              <a:buChar char="■"/>
              <a:defRPr sz="1100">
                <a:solidFill>
                  <a:schemeClr val="dk1"/>
                </a:solidFill>
              </a:defRPr>
            </a:lvl6pPr>
            <a:lvl7pPr indent="-298450" lvl="6" marL="3200400">
              <a:spcBef>
                <a:spcPts val="1000"/>
              </a:spcBef>
              <a:spcAft>
                <a:spcPts val="0"/>
              </a:spcAft>
              <a:buClr>
                <a:schemeClr val="dk1"/>
              </a:buClr>
              <a:buSzPts val="1100"/>
              <a:buChar char="●"/>
              <a:defRPr sz="1100">
                <a:solidFill>
                  <a:schemeClr val="dk1"/>
                </a:solidFill>
              </a:defRPr>
            </a:lvl7pPr>
            <a:lvl8pPr indent="-298450" lvl="7" marL="3657600">
              <a:spcBef>
                <a:spcPts val="1000"/>
              </a:spcBef>
              <a:spcAft>
                <a:spcPts val="0"/>
              </a:spcAft>
              <a:buClr>
                <a:schemeClr val="dk1"/>
              </a:buClr>
              <a:buSzPts val="1100"/>
              <a:buChar char="○"/>
              <a:defRPr sz="1100">
                <a:solidFill>
                  <a:schemeClr val="dk1"/>
                </a:solidFill>
              </a:defRPr>
            </a:lvl8pPr>
            <a:lvl9pPr indent="-298450" lvl="8" marL="4114800">
              <a:spcBef>
                <a:spcPts val="1000"/>
              </a:spcBef>
              <a:spcAft>
                <a:spcPts val="1000"/>
              </a:spcAft>
              <a:buClr>
                <a:schemeClr val="dk1"/>
              </a:buClr>
              <a:buSzPts val="1100"/>
              <a:buChar char="■"/>
              <a:defRPr sz="1100">
                <a:solidFill>
                  <a:schemeClr val="dk1"/>
                </a:solidFill>
              </a:defRPr>
            </a:lvl9pPr>
          </a:lstStyle>
          <a:p/>
        </p:txBody>
      </p:sp>
      <p:sp>
        <p:nvSpPr>
          <p:cNvPr id="266" name="Google Shape;266;p46"/>
          <p:cNvSpPr txBox="1"/>
          <p:nvPr>
            <p:ph idx="5" type="body"/>
          </p:nvPr>
        </p:nvSpPr>
        <p:spPr>
          <a:xfrm>
            <a:off x="2749800" y="2119595"/>
            <a:ext cx="5937000" cy="738900"/>
          </a:xfrm>
          <a:prstGeom prst="rect">
            <a:avLst/>
          </a:prstGeom>
          <a:noFill/>
          <a:ln>
            <a:noFill/>
          </a:ln>
        </p:spPr>
        <p:txBody>
          <a:bodyPr anchorCtr="0" anchor="ctr" bIns="91425" lIns="91425" spcFirstLastPara="1" rIns="91425" wrap="square" tIns="91425">
            <a:normAutofit/>
          </a:bodyPr>
          <a:lstStyle>
            <a:lvl1pPr indent="-298450" lvl="0" marL="457200">
              <a:spcBef>
                <a:spcPts val="0"/>
              </a:spcBef>
              <a:spcAft>
                <a:spcPts val="0"/>
              </a:spcAft>
              <a:buClr>
                <a:schemeClr val="dk1"/>
              </a:buClr>
              <a:buSzPts val="1100"/>
              <a:buChar char="•"/>
              <a:defRPr sz="1100">
                <a:solidFill>
                  <a:schemeClr val="dk1"/>
                </a:solidFill>
              </a:defRPr>
            </a:lvl1pPr>
            <a:lvl2pPr indent="-298450" lvl="1" marL="914400">
              <a:spcBef>
                <a:spcPts val="1000"/>
              </a:spcBef>
              <a:spcAft>
                <a:spcPts val="0"/>
              </a:spcAft>
              <a:buClr>
                <a:schemeClr val="dk1"/>
              </a:buClr>
              <a:buSzPts val="1100"/>
              <a:buChar char="○"/>
              <a:defRPr sz="1100">
                <a:solidFill>
                  <a:schemeClr val="dk1"/>
                </a:solidFill>
              </a:defRPr>
            </a:lvl2pPr>
            <a:lvl3pPr indent="-298450" lvl="2" marL="1371600">
              <a:spcBef>
                <a:spcPts val="1000"/>
              </a:spcBef>
              <a:spcAft>
                <a:spcPts val="0"/>
              </a:spcAft>
              <a:buClr>
                <a:schemeClr val="dk1"/>
              </a:buClr>
              <a:buSzPts val="1100"/>
              <a:buChar char="■"/>
              <a:defRPr sz="1100">
                <a:solidFill>
                  <a:schemeClr val="dk1"/>
                </a:solidFill>
              </a:defRPr>
            </a:lvl3pPr>
            <a:lvl4pPr indent="-298450" lvl="3" marL="1828800">
              <a:spcBef>
                <a:spcPts val="1000"/>
              </a:spcBef>
              <a:spcAft>
                <a:spcPts val="0"/>
              </a:spcAft>
              <a:buClr>
                <a:schemeClr val="dk1"/>
              </a:buClr>
              <a:buSzPts val="1100"/>
              <a:buChar char="●"/>
              <a:defRPr sz="1100">
                <a:solidFill>
                  <a:schemeClr val="dk1"/>
                </a:solidFill>
              </a:defRPr>
            </a:lvl4pPr>
            <a:lvl5pPr indent="-298450" lvl="4" marL="2286000">
              <a:spcBef>
                <a:spcPts val="1000"/>
              </a:spcBef>
              <a:spcAft>
                <a:spcPts val="0"/>
              </a:spcAft>
              <a:buClr>
                <a:schemeClr val="dk1"/>
              </a:buClr>
              <a:buSzPts val="1100"/>
              <a:buChar char="○"/>
              <a:defRPr sz="1100">
                <a:solidFill>
                  <a:schemeClr val="dk1"/>
                </a:solidFill>
              </a:defRPr>
            </a:lvl5pPr>
            <a:lvl6pPr indent="-298450" lvl="5" marL="2743200">
              <a:spcBef>
                <a:spcPts val="1000"/>
              </a:spcBef>
              <a:spcAft>
                <a:spcPts val="0"/>
              </a:spcAft>
              <a:buClr>
                <a:schemeClr val="dk1"/>
              </a:buClr>
              <a:buSzPts val="1100"/>
              <a:buChar char="■"/>
              <a:defRPr sz="1100">
                <a:solidFill>
                  <a:schemeClr val="dk1"/>
                </a:solidFill>
              </a:defRPr>
            </a:lvl6pPr>
            <a:lvl7pPr indent="-298450" lvl="6" marL="3200400">
              <a:spcBef>
                <a:spcPts val="1000"/>
              </a:spcBef>
              <a:spcAft>
                <a:spcPts val="0"/>
              </a:spcAft>
              <a:buClr>
                <a:schemeClr val="dk1"/>
              </a:buClr>
              <a:buSzPts val="1100"/>
              <a:buChar char="●"/>
              <a:defRPr sz="1100">
                <a:solidFill>
                  <a:schemeClr val="dk1"/>
                </a:solidFill>
              </a:defRPr>
            </a:lvl7pPr>
            <a:lvl8pPr indent="-298450" lvl="7" marL="3657600">
              <a:spcBef>
                <a:spcPts val="1000"/>
              </a:spcBef>
              <a:spcAft>
                <a:spcPts val="0"/>
              </a:spcAft>
              <a:buClr>
                <a:schemeClr val="dk1"/>
              </a:buClr>
              <a:buSzPts val="1100"/>
              <a:buChar char="○"/>
              <a:defRPr sz="1100">
                <a:solidFill>
                  <a:schemeClr val="dk1"/>
                </a:solidFill>
              </a:defRPr>
            </a:lvl8pPr>
            <a:lvl9pPr indent="-298450" lvl="8" marL="4114800">
              <a:spcBef>
                <a:spcPts val="1000"/>
              </a:spcBef>
              <a:spcAft>
                <a:spcPts val="1000"/>
              </a:spcAft>
              <a:buClr>
                <a:schemeClr val="dk1"/>
              </a:buClr>
              <a:buSzPts val="1100"/>
              <a:buChar char="■"/>
              <a:defRPr sz="1100">
                <a:solidFill>
                  <a:schemeClr val="dk1"/>
                </a:solidFill>
              </a:defRPr>
            </a:lvl9pPr>
          </a:lstStyle>
          <a:p/>
        </p:txBody>
      </p:sp>
      <p:sp>
        <p:nvSpPr>
          <p:cNvPr id="267" name="Google Shape;267;p46"/>
          <p:cNvSpPr txBox="1"/>
          <p:nvPr>
            <p:ph idx="6" type="subTitle"/>
          </p:nvPr>
        </p:nvSpPr>
        <p:spPr>
          <a:xfrm>
            <a:off x="457200" y="3026693"/>
            <a:ext cx="2142300" cy="8331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300">
                <a:solidFill>
                  <a:schemeClr val="dk1"/>
                </a:solidFill>
                <a:latin typeface="Hanken Grotesk SemiBold"/>
                <a:ea typeface="Hanken Grotesk SemiBold"/>
                <a:cs typeface="Hanken Grotesk SemiBold"/>
                <a:sym typeface="Hanken Grotesk SemiBold"/>
              </a:defRPr>
            </a:lvl1pPr>
            <a:lvl2pPr lvl="1">
              <a:spcBef>
                <a:spcPts val="1000"/>
              </a:spcBef>
              <a:spcAft>
                <a:spcPts val="0"/>
              </a:spcAft>
              <a:buClr>
                <a:schemeClr val="dk1"/>
              </a:buClr>
              <a:buSzPts val="1300"/>
              <a:buNone/>
              <a:defRPr sz="1300">
                <a:solidFill>
                  <a:schemeClr val="dk1"/>
                </a:solidFill>
              </a:defRPr>
            </a:lvl2pPr>
            <a:lvl3pPr lvl="2">
              <a:spcBef>
                <a:spcPts val="0"/>
              </a:spcBef>
              <a:spcAft>
                <a:spcPts val="0"/>
              </a:spcAft>
              <a:buClr>
                <a:schemeClr val="dk1"/>
              </a:buClr>
              <a:buSzPts val="1300"/>
              <a:buNone/>
              <a:defRPr sz="1300">
                <a:solidFill>
                  <a:schemeClr val="dk1"/>
                </a:solidFill>
              </a:defRPr>
            </a:lvl3pPr>
            <a:lvl4pPr lvl="3">
              <a:spcBef>
                <a:spcPts val="0"/>
              </a:spcBef>
              <a:spcAft>
                <a:spcPts val="0"/>
              </a:spcAft>
              <a:buClr>
                <a:schemeClr val="dk1"/>
              </a:buClr>
              <a:buSzPts val="1300"/>
              <a:buNone/>
              <a:defRPr sz="1300">
                <a:solidFill>
                  <a:schemeClr val="dk1"/>
                </a:solidFill>
              </a:defRPr>
            </a:lvl4pPr>
            <a:lvl5pPr lvl="4">
              <a:spcBef>
                <a:spcPts val="0"/>
              </a:spcBef>
              <a:spcAft>
                <a:spcPts val="0"/>
              </a:spcAft>
              <a:buClr>
                <a:schemeClr val="dk1"/>
              </a:buClr>
              <a:buSzPts val="1300"/>
              <a:buNone/>
              <a:defRPr sz="1300">
                <a:solidFill>
                  <a:schemeClr val="dk1"/>
                </a:solidFill>
              </a:defRPr>
            </a:lvl5pPr>
            <a:lvl6pPr lvl="5">
              <a:spcBef>
                <a:spcPts val="0"/>
              </a:spcBef>
              <a:spcAft>
                <a:spcPts val="0"/>
              </a:spcAft>
              <a:buClr>
                <a:schemeClr val="dk1"/>
              </a:buClr>
              <a:buSzPts val="1300"/>
              <a:buNone/>
              <a:defRPr sz="1300">
                <a:solidFill>
                  <a:schemeClr val="dk1"/>
                </a:solidFill>
              </a:defRPr>
            </a:lvl6pPr>
            <a:lvl7pPr lvl="6">
              <a:spcBef>
                <a:spcPts val="0"/>
              </a:spcBef>
              <a:spcAft>
                <a:spcPts val="0"/>
              </a:spcAft>
              <a:buClr>
                <a:schemeClr val="dk1"/>
              </a:buClr>
              <a:buSzPts val="1300"/>
              <a:buNone/>
              <a:defRPr sz="1300">
                <a:solidFill>
                  <a:schemeClr val="dk1"/>
                </a:solidFill>
              </a:defRPr>
            </a:lvl7pPr>
            <a:lvl8pPr lvl="7">
              <a:spcBef>
                <a:spcPts val="0"/>
              </a:spcBef>
              <a:spcAft>
                <a:spcPts val="0"/>
              </a:spcAft>
              <a:buClr>
                <a:schemeClr val="dk1"/>
              </a:buClr>
              <a:buSzPts val="1300"/>
              <a:buNone/>
              <a:defRPr sz="1300">
                <a:solidFill>
                  <a:schemeClr val="dk1"/>
                </a:solidFill>
              </a:defRPr>
            </a:lvl8pPr>
            <a:lvl9pPr lvl="8">
              <a:spcBef>
                <a:spcPts val="0"/>
              </a:spcBef>
              <a:spcAft>
                <a:spcPts val="0"/>
              </a:spcAft>
              <a:buClr>
                <a:schemeClr val="dk1"/>
              </a:buClr>
              <a:buSzPts val="1300"/>
              <a:buNone/>
              <a:defRPr sz="1300">
                <a:solidFill>
                  <a:schemeClr val="dk1"/>
                </a:solidFill>
              </a:defRPr>
            </a:lvl9pPr>
          </a:lstStyle>
          <a:p/>
        </p:txBody>
      </p:sp>
      <p:sp>
        <p:nvSpPr>
          <p:cNvPr id="268" name="Google Shape;268;p46"/>
          <p:cNvSpPr txBox="1"/>
          <p:nvPr>
            <p:ph idx="7" type="body"/>
          </p:nvPr>
        </p:nvSpPr>
        <p:spPr>
          <a:xfrm>
            <a:off x="2749800" y="3780495"/>
            <a:ext cx="5937000" cy="738900"/>
          </a:xfrm>
          <a:prstGeom prst="rect">
            <a:avLst/>
          </a:prstGeom>
          <a:noFill/>
          <a:ln>
            <a:noFill/>
          </a:ln>
        </p:spPr>
        <p:txBody>
          <a:bodyPr anchorCtr="0" anchor="ctr" bIns="91425" lIns="91425" spcFirstLastPara="1" rIns="91425" wrap="square" tIns="91425">
            <a:normAutofit/>
          </a:bodyPr>
          <a:lstStyle>
            <a:lvl1pPr indent="-298450" lvl="0" marL="457200">
              <a:spcBef>
                <a:spcPts val="0"/>
              </a:spcBef>
              <a:spcAft>
                <a:spcPts val="0"/>
              </a:spcAft>
              <a:buClr>
                <a:schemeClr val="dk1"/>
              </a:buClr>
              <a:buSzPts val="1100"/>
              <a:buChar char="•"/>
              <a:defRPr sz="1100">
                <a:solidFill>
                  <a:schemeClr val="dk1"/>
                </a:solidFill>
              </a:defRPr>
            </a:lvl1pPr>
            <a:lvl2pPr indent="-298450" lvl="1" marL="914400">
              <a:spcBef>
                <a:spcPts val="1000"/>
              </a:spcBef>
              <a:spcAft>
                <a:spcPts val="0"/>
              </a:spcAft>
              <a:buClr>
                <a:schemeClr val="dk1"/>
              </a:buClr>
              <a:buSzPts val="1100"/>
              <a:buChar char="○"/>
              <a:defRPr sz="1100">
                <a:solidFill>
                  <a:schemeClr val="dk1"/>
                </a:solidFill>
              </a:defRPr>
            </a:lvl2pPr>
            <a:lvl3pPr indent="-298450" lvl="2" marL="1371600">
              <a:spcBef>
                <a:spcPts val="1000"/>
              </a:spcBef>
              <a:spcAft>
                <a:spcPts val="0"/>
              </a:spcAft>
              <a:buClr>
                <a:schemeClr val="dk1"/>
              </a:buClr>
              <a:buSzPts val="1100"/>
              <a:buChar char="■"/>
              <a:defRPr sz="1100">
                <a:solidFill>
                  <a:schemeClr val="dk1"/>
                </a:solidFill>
              </a:defRPr>
            </a:lvl3pPr>
            <a:lvl4pPr indent="-298450" lvl="3" marL="1828800">
              <a:spcBef>
                <a:spcPts val="1000"/>
              </a:spcBef>
              <a:spcAft>
                <a:spcPts val="0"/>
              </a:spcAft>
              <a:buClr>
                <a:schemeClr val="dk1"/>
              </a:buClr>
              <a:buSzPts val="1100"/>
              <a:buChar char="●"/>
              <a:defRPr sz="1100">
                <a:solidFill>
                  <a:schemeClr val="dk1"/>
                </a:solidFill>
              </a:defRPr>
            </a:lvl4pPr>
            <a:lvl5pPr indent="-298450" lvl="4" marL="2286000">
              <a:spcBef>
                <a:spcPts val="1000"/>
              </a:spcBef>
              <a:spcAft>
                <a:spcPts val="0"/>
              </a:spcAft>
              <a:buClr>
                <a:schemeClr val="dk1"/>
              </a:buClr>
              <a:buSzPts val="1100"/>
              <a:buChar char="○"/>
              <a:defRPr sz="1100">
                <a:solidFill>
                  <a:schemeClr val="dk1"/>
                </a:solidFill>
              </a:defRPr>
            </a:lvl5pPr>
            <a:lvl6pPr indent="-298450" lvl="5" marL="2743200">
              <a:spcBef>
                <a:spcPts val="1000"/>
              </a:spcBef>
              <a:spcAft>
                <a:spcPts val="0"/>
              </a:spcAft>
              <a:buClr>
                <a:schemeClr val="dk1"/>
              </a:buClr>
              <a:buSzPts val="1100"/>
              <a:buChar char="■"/>
              <a:defRPr sz="1100">
                <a:solidFill>
                  <a:schemeClr val="dk1"/>
                </a:solidFill>
              </a:defRPr>
            </a:lvl6pPr>
            <a:lvl7pPr indent="-298450" lvl="6" marL="3200400">
              <a:spcBef>
                <a:spcPts val="1000"/>
              </a:spcBef>
              <a:spcAft>
                <a:spcPts val="0"/>
              </a:spcAft>
              <a:buClr>
                <a:schemeClr val="dk1"/>
              </a:buClr>
              <a:buSzPts val="1100"/>
              <a:buChar char="●"/>
              <a:defRPr sz="1100">
                <a:solidFill>
                  <a:schemeClr val="dk1"/>
                </a:solidFill>
              </a:defRPr>
            </a:lvl7pPr>
            <a:lvl8pPr indent="-298450" lvl="7" marL="3657600">
              <a:spcBef>
                <a:spcPts val="1000"/>
              </a:spcBef>
              <a:spcAft>
                <a:spcPts val="0"/>
              </a:spcAft>
              <a:buClr>
                <a:schemeClr val="dk1"/>
              </a:buClr>
              <a:buSzPts val="1100"/>
              <a:buChar char="○"/>
              <a:defRPr sz="1100">
                <a:solidFill>
                  <a:schemeClr val="dk1"/>
                </a:solidFill>
              </a:defRPr>
            </a:lvl8pPr>
            <a:lvl9pPr indent="-298450" lvl="8" marL="4114800">
              <a:spcBef>
                <a:spcPts val="1000"/>
              </a:spcBef>
              <a:spcAft>
                <a:spcPts val="1000"/>
              </a:spcAft>
              <a:buClr>
                <a:schemeClr val="dk1"/>
              </a:buClr>
              <a:buSzPts val="1100"/>
              <a:buChar char="■"/>
              <a:defRPr sz="1100">
                <a:solidFill>
                  <a:schemeClr val="dk1"/>
                </a:solidFill>
              </a:defRPr>
            </a:lvl9pPr>
          </a:lstStyle>
          <a:p/>
        </p:txBody>
      </p:sp>
      <p:sp>
        <p:nvSpPr>
          <p:cNvPr id="269" name="Google Shape;269;p46"/>
          <p:cNvSpPr txBox="1"/>
          <p:nvPr>
            <p:ph idx="8" type="subTitle"/>
          </p:nvPr>
        </p:nvSpPr>
        <p:spPr>
          <a:xfrm>
            <a:off x="457200" y="3963110"/>
            <a:ext cx="2142300" cy="8331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300">
                <a:solidFill>
                  <a:schemeClr val="dk1"/>
                </a:solidFill>
                <a:latin typeface="Hanken Grotesk SemiBold"/>
                <a:ea typeface="Hanken Grotesk SemiBold"/>
                <a:cs typeface="Hanken Grotesk SemiBold"/>
                <a:sym typeface="Hanken Grotesk SemiBold"/>
              </a:defRPr>
            </a:lvl1pPr>
            <a:lvl2pPr lvl="1">
              <a:spcBef>
                <a:spcPts val="1000"/>
              </a:spcBef>
              <a:spcAft>
                <a:spcPts val="0"/>
              </a:spcAft>
              <a:buClr>
                <a:schemeClr val="dk1"/>
              </a:buClr>
              <a:buSzPts val="1300"/>
              <a:buNone/>
              <a:defRPr sz="1300">
                <a:solidFill>
                  <a:schemeClr val="dk1"/>
                </a:solidFill>
              </a:defRPr>
            </a:lvl2pPr>
            <a:lvl3pPr lvl="2">
              <a:spcBef>
                <a:spcPts val="0"/>
              </a:spcBef>
              <a:spcAft>
                <a:spcPts val="0"/>
              </a:spcAft>
              <a:buClr>
                <a:schemeClr val="dk1"/>
              </a:buClr>
              <a:buSzPts val="1300"/>
              <a:buNone/>
              <a:defRPr sz="1300">
                <a:solidFill>
                  <a:schemeClr val="dk1"/>
                </a:solidFill>
              </a:defRPr>
            </a:lvl3pPr>
            <a:lvl4pPr lvl="3">
              <a:spcBef>
                <a:spcPts val="0"/>
              </a:spcBef>
              <a:spcAft>
                <a:spcPts val="0"/>
              </a:spcAft>
              <a:buClr>
                <a:schemeClr val="dk1"/>
              </a:buClr>
              <a:buSzPts val="1300"/>
              <a:buNone/>
              <a:defRPr sz="1300">
                <a:solidFill>
                  <a:schemeClr val="dk1"/>
                </a:solidFill>
              </a:defRPr>
            </a:lvl4pPr>
            <a:lvl5pPr lvl="4">
              <a:spcBef>
                <a:spcPts val="0"/>
              </a:spcBef>
              <a:spcAft>
                <a:spcPts val="0"/>
              </a:spcAft>
              <a:buClr>
                <a:schemeClr val="dk1"/>
              </a:buClr>
              <a:buSzPts val="1300"/>
              <a:buNone/>
              <a:defRPr sz="1300">
                <a:solidFill>
                  <a:schemeClr val="dk1"/>
                </a:solidFill>
              </a:defRPr>
            </a:lvl5pPr>
            <a:lvl6pPr lvl="5">
              <a:spcBef>
                <a:spcPts val="0"/>
              </a:spcBef>
              <a:spcAft>
                <a:spcPts val="0"/>
              </a:spcAft>
              <a:buClr>
                <a:schemeClr val="dk1"/>
              </a:buClr>
              <a:buSzPts val="1300"/>
              <a:buNone/>
              <a:defRPr sz="1300">
                <a:solidFill>
                  <a:schemeClr val="dk1"/>
                </a:solidFill>
              </a:defRPr>
            </a:lvl6pPr>
            <a:lvl7pPr lvl="6">
              <a:spcBef>
                <a:spcPts val="0"/>
              </a:spcBef>
              <a:spcAft>
                <a:spcPts val="0"/>
              </a:spcAft>
              <a:buClr>
                <a:schemeClr val="dk1"/>
              </a:buClr>
              <a:buSzPts val="1300"/>
              <a:buNone/>
              <a:defRPr sz="1300">
                <a:solidFill>
                  <a:schemeClr val="dk1"/>
                </a:solidFill>
              </a:defRPr>
            </a:lvl7pPr>
            <a:lvl8pPr lvl="7">
              <a:spcBef>
                <a:spcPts val="0"/>
              </a:spcBef>
              <a:spcAft>
                <a:spcPts val="0"/>
              </a:spcAft>
              <a:buClr>
                <a:schemeClr val="dk1"/>
              </a:buClr>
              <a:buSzPts val="1300"/>
              <a:buNone/>
              <a:defRPr sz="1300">
                <a:solidFill>
                  <a:schemeClr val="dk1"/>
                </a:solidFill>
              </a:defRPr>
            </a:lvl8pPr>
            <a:lvl9pPr lvl="8">
              <a:spcBef>
                <a:spcPts val="0"/>
              </a:spcBef>
              <a:spcAft>
                <a:spcPts val="0"/>
              </a:spcAft>
              <a:buClr>
                <a:schemeClr val="dk1"/>
              </a:buClr>
              <a:buSzPts val="1300"/>
              <a:buNone/>
              <a:defRPr sz="1300">
                <a:solidFill>
                  <a:schemeClr val="dk1"/>
                </a:solidFill>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3 2">
  <p:cSld name="CUSTOM_3_2_1_1_1_1_1_1_2">
    <p:spTree>
      <p:nvGrpSpPr>
        <p:cNvPr id="270" name="Shape 270"/>
        <p:cNvGrpSpPr/>
        <p:nvPr/>
      </p:nvGrpSpPr>
      <p:grpSpPr>
        <a:xfrm>
          <a:off x="0" y="0"/>
          <a:ext cx="0" cy="0"/>
          <a:chOff x="0" y="0"/>
          <a:chExt cx="0" cy="0"/>
        </a:xfrm>
      </p:grpSpPr>
      <p:sp>
        <p:nvSpPr>
          <p:cNvPr id="271" name="Google Shape;271;p47"/>
          <p:cNvSpPr txBox="1"/>
          <p:nvPr>
            <p:ph idx="1" type="body"/>
          </p:nvPr>
        </p:nvSpPr>
        <p:spPr>
          <a:xfrm>
            <a:off x="2064350" y="1140000"/>
            <a:ext cx="6176100" cy="7566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272" name="Google Shape;272;p47"/>
          <p:cNvSpPr txBox="1"/>
          <p:nvPr>
            <p:ph idx="2" type="body"/>
          </p:nvPr>
        </p:nvSpPr>
        <p:spPr>
          <a:xfrm>
            <a:off x="2064350" y="2076930"/>
            <a:ext cx="6176100" cy="7566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273" name="Google Shape;273;p47"/>
          <p:cNvSpPr txBox="1"/>
          <p:nvPr>
            <p:ph idx="3" type="subTitle"/>
          </p:nvPr>
        </p:nvSpPr>
        <p:spPr>
          <a:xfrm>
            <a:off x="457200" y="1140077"/>
            <a:ext cx="1404000" cy="7566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74" name="Google Shape;274;p47"/>
          <p:cNvSpPr txBox="1"/>
          <p:nvPr>
            <p:ph idx="4" type="subTitle"/>
          </p:nvPr>
        </p:nvSpPr>
        <p:spPr>
          <a:xfrm>
            <a:off x="457200" y="2076966"/>
            <a:ext cx="1404000" cy="7566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75" name="Google Shape;275;p47"/>
          <p:cNvSpPr txBox="1"/>
          <p:nvPr>
            <p:ph idx="5" type="subTitle"/>
          </p:nvPr>
        </p:nvSpPr>
        <p:spPr>
          <a:xfrm>
            <a:off x="457200" y="3013875"/>
            <a:ext cx="1404000" cy="7566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76" name="Google Shape;276;p47"/>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277" name="Google Shape;277;p47"/>
          <p:cNvSpPr txBox="1"/>
          <p:nvPr>
            <p:ph idx="6" type="body"/>
          </p:nvPr>
        </p:nvSpPr>
        <p:spPr>
          <a:xfrm>
            <a:off x="2064350" y="3013870"/>
            <a:ext cx="6176100" cy="7566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278" name="Google Shape;278;p47"/>
          <p:cNvSpPr txBox="1"/>
          <p:nvPr>
            <p:ph idx="7" type="subTitle"/>
          </p:nvPr>
        </p:nvSpPr>
        <p:spPr>
          <a:xfrm>
            <a:off x="457200" y="3950775"/>
            <a:ext cx="1404000" cy="7566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79" name="Google Shape;279;p47"/>
          <p:cNvSpPr txBox="1"/>
          <p:nvPr>
            <p:ph idx="8" type="body"/>
          </p:nvPr>
        </p:nvSpPr>
        <p:spPr>
          <a:xfrm>
            <a:off x="2064350" y="3950773"/>
            <a:ext cx="6176100" cy="7566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3 3">
  <p:cSld name="CUSTOM_3_2_1_1_1_1_1_1_3">
    <p:spTree>
      <p:nvGrpSpPr>
        <p:cNvPr id="280" name="Shape 280"/>
        <p:cNvGrpSpPr/>
        <p:nvPr/>
      </p:nvGrpSpPr>
      <p:grpSpPr>
        <a:xfrm>
          <a:off x="0" y="0"/>
          <a:ext cx="0" cy="0"/>
          <a:chOff x="0" y="0"/>
          <a:chExt cx="0" cy="0"/>
        </a:xfrm>
      </p:grpSpPr>
      <p:sp>
        <p:nvSpPr>
          <p:cNvPr id="281" name="Google Shape;281;p48"/>
          <p:cNvSpPr txBox="1"/>
          <p:nvPr>
            <p:ph idx="1" type="body"/>
          </p:nvPr>
        </p:nvSpPr>
        <p:spPr>
          <a:xfrm>
            <a:off x="2064350" y="1140000"/>
            <a:ext cx="6176100" cy="7566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282" name="Google Shape;282;p48"/>
          <p:cNvSpPr txBox="1"/>
          <p:nvPr>
            <p:ph idx="2" type="body"/>
          </p:nvPr>
        </p:nvSpPr>
        <p:spPr>
          <a:xfrm>
            <a:off x="2064350" y="2076930"/>
            <a:ext cx="6176100" cy="7566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283" name="Google Shape;283;p48"/>
          <p:cNvSpPr txBox="1"/>
          <p:nvPr>
            <p:ph idx="3" type="subTitle"/>
          </p:nvPr>
        </p:nvSpPr>
        <p:spPr>
          <a:xfrm>
            <a:off x="457200" y="1140077"/>
            <a:ext cx="1404000" cy="7566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84" name="Google Shape;284;p48"/>
          <p:cNvSpPr txBox="1"/>
          <p:nvPr>
            <p:ph idx="4" type="subTitle"/>
          </p:nvPr>
        </p:nvSpPr>
        <p:spPr>
          <a:xfrm>
            <a:off x="457200" y="2076966"/>
            <a:ext cx="1404000" cy="7566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85" name="Google Shape;285;p48"/>
          <p:cNvSpPr txBox="1"/>
          <p:nvPr>
            <p:ph idx="5" type="subTitle"/>
          </p:nvPr>
        </p:nvSpPr>
        <p:spPr>
          <a:xfrm>
            <a:off x="457200" y="3013875"/>
            <a:ext cx="1404000" cy="7566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86" name="Google Shape;286;p48"/>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287" name="Google Shape;287;p48"/>
          <p:cNvSpPr txBox="1"/>
          <p:nvPr>
            <p:ph idx="6" type="body"/>
          </p:nvPr>
        </p:nvSpPr>
        <p:spPr>
          <a:xfrm>
            <a:off x="2064350" y="3013870"/>
            <a:ext cx="6176100" cy="7566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288" name="Google Shape;288;p48"/>
          <p:cNvSpPr txBox="1"/>
          <p:nvPr>
            <p:ph idx="7" type="subTitle"/>
          </p:nvPr>
        </p:nvSpPr>
        <p:spPr>
          <a:xfrm>
            <a:off x="457200" y="3950775"/>
            <a:ext cx="1404000" cy="7566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89" name="Google Shape;289;p48"/>
          <p:cNvSpPr txBox="1"/>
          <p:nvPr>
            <p:ph idx="8" type="body"/>
          </p:nvPr>
        </p:nvSpPr>
        <p:spPr>
          <a:xfrm>
            <a:off x="2064350" y="3950773"/>
            <a:ext cx="6176100" cy="7566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2">
  <p:cSld name="CUSTOM_3_2_1_1_1_1_1_2">
    <p:spTree>
      <p:nvGrpSpPr>
        <p:cNvPr id="290" name="Shape 290"/>
        <p:cNvGrpSpPr/>
        <p:nvPr/>
      </p:nvGrpSpPr>
      <p:grpSpPr>
        <a:xfrm>
          <a:off x="0" y="0"/>
          <a:ext cx="0" cy="0"/>
          <a:chOff x="0" y="0"/>
          <a:chExt cx="0" cy="0"/>
        </a:xfrm>
      </p:grpSpPr>
      <p:sp>
        <p:nvSpPr>
          <p:cNvPr id="291" name="Google Shape;291;p49"/>
          <p:cNvSpPr txBox="1"/>
          <p:nvPr>
            <p:ph idx="1" type="body"/>
          </p:nvPr>
        </p:nvSpPr>
        <p:spPr>
          <a:xfrm>
            <a:off x="457200" y="2132925"/>
            <a:ext cx="2606100" cy="2439000"/>
          </a:xfrm>
          <a:prstGeom prst="rect">
            <a:avLst/>
          </a:prstGeom>
          <a:noFill/>
          <a:ln>
            <a:noFill/>
          </a:ln>
        </p:spPr>
        <p:txBody>
          <a:bodyPr anchorCtr="0" anchor="t" bIns="91425" lIns="137150" spcFirstLastPara="1" rIns="137150" wrap="square" tIns="18287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292" name="Google Shape;292;p49"/>
          <p:cNvSpPr txBox="1"/>
          <p:nvPr>
            <p:ph idx="2" type="subTitle"/>
          </p:nvPr>
        </p:nvSpPr>
        <p:spPr>
          <a:xfrm>
            <a:off x="457200" y="1477250"/>
            <a:ext cx="2606100" cy="531300"/>
          </a:xfrm>
          <a:prstGeom prst="rect">
            <a:avLst/>
          </a:prstGeom>
        </p:spPr>
        <p:txBody>
          <a:bodyPr anchorCtr="0" anchor="t" bIns="91425" lIns="137150" spcFirstLastPara="1" rIns="137150" wrap="square" tIns="182875">
            <a:norm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93" name="Google Shape;293;p49"/>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294" name="Google Shape;294;p49"/>
          <p:cNvSpPr txBox="1"/>
          <p:nvPr>
            <p:ph idx="3" type="body"/>
          </p:nvPr>
        </p:nvSpPr>
        <p:spPr>
          <a:xfrm>
            <a:off x="3268950" y="2132925"/>
            <a:ext cx="2606100" cy="2439000"/>
          </a:xfrm>
          <a:prstGeom prst="rect">
            <a:avLst/>
          </a:prstGeom>
          <a:noFill/>
          <a:ln>
            <a:noFill/>
          </a:ln>
        </p:spPr>
        <p:txBody>
          <a:bodyPr anchorCtr="0" anchor="t" bIns="91425" lIns="137150" spcFirstLastPara="1" rIns="137150" wrap="square" tIns="18287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295" name="Google Shape;295;p49"/>
          <p:cNvSpPr txBox="1"/>
          <p:nvPr>
            <p:ph idx="4" type="subTitle"/>
          </p:nvPr>
        </p:nvSpPr>
        <p:spPr>
          <a:xfrm>
            <a:off x="3268950" y="1477250"/>
            <a:ext cx="2606100" cy="531300"/>
          </a:xfrm>
          <a:prstGeom prst="rect">
            <a:avLst/>
          </a:prstGeom>
        </p:spPr>
        <p:txBody>
          <a:bodyPr anchorCtr="0" anchor="t" bIns="91425" lIns="137150" spcFirstLastPara="1" rIns="137150" wrap="square" tIns="182875">
            <a:norm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96" name="Google Shape;296;p49"/>
          <p:cNvSpPr txBox="1"/>
          <p:nvPr>
            <p:ph idx="5" type="body"/>
          </p:nvPr>
        </p:nvSpPr>
        <p:spPr>
          <a:xfrm>
            <a:off x="6080700" y="2132925"/>
            <a:ext cx="2606100" cy="2439000"/>
          </a:xfrm>
          <a:prstGeom prst="rect">
            <a:avLst/>
          </a:prstGeom>
          <a:noFill/>
          <a:ln>
            <a:noFill/>
          </a:ln>
        </p:spPr>
        <p:txBody>
          <a:bodyPr anchorCtr="0" anchor="t" bIns="91425" lIns="137150" spcFirstLastPara="1" rIns="137150" wrap="square" tIns="18287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297" name="Google Shape;297;p49"/>
          <p:cNvSpPr txBox="1"/>
          <p:nvPr>
            <p:ph idx="6" type="subTitle"/>
          </p:nvPr>
        </p:nvSpPr>
        <p:spPr>
          <a:xfrm>
            <a:off x="6080700" y="1477250"/>
            <a:ext cx="2606100" cy="531300"/>
          </a:xfrm>
          <a:prstGeom prst="rect">
            <a:avLst/>
          </a:prstGeom>
        </p:spPr>
        <p:txBody>
          <a:bodyPr anchorCtr="0" anchor="t" bIns="91425" lIns="137150" spcFirstLastPara="1" rIns="137150" wrap="square" tIns="182875">
            <a:norm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2 1 1">
  <p:cSld name="CUSTOM_3_2_1_1_1_1_1_2_1">
    <p:spTree>
      <p:nvGrpSpPr>
        <p:cNvPr id="298" name="Shape 298"/>
        <p:cNvGrpSpPr/>
        <p:nvPr/>
      </p:nvGrpSpPr>
      <p:grpSpPr>
        <a:xfrm>
          <a:off x="0" y="0"/>
          <a:ext cx="0" cy="0"/>
          <a:chOff x="0" y="0"/>
          <a:chExt cx="0" cy="0"/>
        </a:xfrm>
      </p:grpSpPr>
      <p:sp>
        <p:nvSpPr>
          <p:cNvPr id="299" name="Google Shape;299;p50"/>
          <p:cNvSpPr txBox="1"/>
          <p:nvPr>
            <p:ph idx="1" type="body"/>
          </p:nvPr>
        </p:nvSpPr>
        <p:spPr>
          <a:xfrm>
            <a:off x="491175" y="1593548"/>
            <a:ext cx="3958800" cy="12666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00" name="Google Shape;300;p50"/>
          <p:cNvSpPr txBox="1"/>
          <p:nvPr>
            <p:ph idx="2" type="subTitle"/>
          </p:nvPr>
        </p:nvSpPr>
        <p:spPr>
          <a:xfrm>
            <a:off x="491175" y="1253075"/>
            <a:ext cx="3958800" cy="3405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01" name="Google Shape;301;p50"/>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302" name="Google Shape;302;p50"/>
          <p:cNvSpPr txBox="1"/>
          <p:nvPr>
            <p:ph idx="3" type="body"/>
          </p:nvPr>
        </p:nvSpPr>
        <p:spPr>
          <a:xfrm>
            <a:off x="4762105" y="1593548"/>
            <a:ext cx="3958800" cy="12666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03" name="Google Shape;303;p50"/>
          <p:cNvSpPr txBox="1"/>
          <p:nvPr>
            <p:ph idx="4" type="subTitle"/>
          </p:nvPr>
        </p:nvSpPr>
        <p:spPr>
          <a:xfrm>
            <a:off x="4762102" y="1253075"/>
            <a:ext cx="3958800" cy="3405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04" name="Google Shape;304;p50"/>
          <p:cNvSpPr txBox="1"/>
          <p:nvPr>
            <p:ph idx="5" type="body"/>
          </p:nvPr>
        </p:nvSpPr>
        <p:spPr>
          <a:xfrm>
            <a:off x="491113" y="3393823"/>
            <a:ext cx="3958800" cy="12666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05" name="Google Shape;305;p50"/>
          <p:cNvSpPr txBox="1"/>
          <p:nvPr>
            <p:ph idx="6" type="subTitle"/>
          </p:nvPr>
        </p:nvSpPr>
        <p:spPr>
          <a:xfrm>
            <a:off x="491113" y="3053350"/>
            <a:ext cx="3958800" cy="3405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06" name="Google Shape;306;p50"/>
          <p:cNvSpPr txBox="1"/>
          <p:nvPr>
            <p:ph idx="7" type="body"/>
          </p:nvPr>
        </p:nvSpPr>
        <p:spPr>
          <a:xfrm>
            <a:off x="4762042" y="3393823"/>
            <a:ext cx="3958800" cy="12666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07" name="Google Shape;307;p50"/>
          <p:cNvSpPr txBox="1"/>
          <p:nvPr>
            <p:ph idx="8" type="subTitle"/>
          </p:nvPr>
        </p:nvSpPr>
        <p:spPr>
          <a:xfrm>
            <a:off x="4762040" y="3053350"/>
            <a:ext cx="3958800" cy="3405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2 1">
  <p:cSld name="CUSTOM_3_2_1_1_1_1_1_2_2">
    <p:spTree>
      <p:nvGrpSpPr>
        <p:cNvPr id="308" name="Shape 308"/>
        <p:cNvGrpSpPr/>
        <p:nvPr/>
      </p:nvGrpSpPr>
      <p:grpSpPr>
        <a:xfrm>
          <a:off x="0" y="0"/>
          <a:ext cx="0" cy="0"/>
          <a:chOff x="0" y="0"/>
          <a:chExt cx="0" cy="0"/>
        </a:xfrm>
      </p:grpSpPr>
      <p:sp>
        <p:nvSpPr>
          <p:cNvPr id="309" name="Google Shape;309;p51"/>
          <p:cNvSpPr txBox="1"/>
          <p:nvPr>
            <p:ph idx="1" type="body"/>
          </p:nvPr>
        </p:nvSpPr>
        <p:spPr>
          <a:xfrm>
            <a:off x="457200" y="2132925"/>
            <a:ext cx="1942500" cy="24390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10" name="Google Shape;310;p51"/>
          <p:cNvSpPr txBox="1"/>
          <p:nvPr>
            <p:ph idx="2" type="subTitle"/>
          </p:nvPr>
        </p:nvSpPr>
        <p:spPr>
          <a:xfrm>
            <a:off x="457200" y="1477250"/>
            <a:ext cx="1942500" cy="5313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11" name="Google Shape;311;p51"/>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312" name="Google Shape;312;p51"/>
          <p:cNvSpPr txBox="1"/>
          <p:nvPr>
            <p:ph idx="3" type="body"/>
          </p:nvPr>
        </p:nvSpPr>
        <p:spPr>
          <a:xfrm>
            <a:off x="2552930" y="2132925"/>
            <a:ext cx="1942500" cy="24390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13" name="Google Shape;313;p51"/>
          <p:cNvSpPr txBox="1"/>
          <p:nvPr>
            <p:ph idx="4" type="subTitle"/>
          </p:nvPr>
        </p:nvSpPr>
        <p:spPr>
          <a:xfrm>
            <a:off x="2552930" y="1477250"/>
            <a:ext cx="1942500" cy="5313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14" name="Google Shape;314;p51"/>
          <p:cNvSpPr txBox="1"/>
          <p:nvPr>
            <p:ph idx="5" type="body"/>
          </p:nvPr>
        </p:nvSpPr>
        <p:spPr>
          <a:xfrm>
            <a:off x="4648660" y="2132925"/>
            <a:ext cx="1942500" cy="24390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15" name="Google Shape;315;p51"/>
          <p:cNvSpPr txBox="1"/>
          <p:nvPr>
            <p:ph idx="6" type="subTitle"/>
          </p:nvPr>
        </p:nvSpPr>
        <p:spPr>
          <a:xfrm>
            <a:off x="4648660" y="1477250"/>
            <a:ext cx="1942500" cy="5313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16" name="Google Shape;316;p51"/>
          <p:cNvSpPr txBox="1"/>
          <p:nvPr>
            <p:ph idx="7" type="body"/>
          </p:nvPr>
        </p:nvSpPr>
        <p:spPr>
          <a:xfrm>
            <a:off x="6744392" y="2132925"/>
            <a:ext cx="1942500" cy="24390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17" name="Google Shape;317;p51"/>
          <p:cNvSpPr txBox="1"/>
          <p:nvPr>
            <p:ph idx="8" type="subTitle"/>
          </p:nvPr>
        </p:nvSpPr>
        <p:spPr>
          <a:xfrm>
            <a:off x="6744392" y="1477250"/>
            <a:ext cx="1942500" cy="5313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2 1 2">
  <p:cSld name="CUSTOM_3_2_1_1_1_1_1_2_3">
    <p:spTree>
      <p:nvGrpSpPr>
        <p:cNvPr id="318" name="Shape 318"/>
        <p:cNvGrpSpPr/>
        <p:nvPr/>
      </p:nvGrpSpPr>
      <p:grpSpPr>
        <a:xfrm>
          <a:off x="0" y="0"/>
          <a:ext cx="0" cy="0"/>
          <a:chOff x="0" y="0"/>
          <a:chExt cx="0" cy="0"/>
        </a:xfrm>
      </p:grpSpPr>
      <p:sp>
        <p:nvSpPr>
          <p:cNvPr id="319" name="Google Shape;319;p52"/>
          <p:cNvSpPr txBox="1"/>
          <p:nvPr>
            <p:ph idx="1" type="body"/>
          </p:nvPr>
        </p:nvSpPr>
        <p:spPr>
          <a:xfrm>
            <a:off x="491175" y="1593548"/>
            <a:ext cx="3958800" cy="12666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20" name="Google Shape;320;p52"/>
          <p:cNvSpPr txBox="1"/>
          <p:nvPr>
            <p:ph idx="2" type="subTitle"/>
          </p:nvPr>
        </p:nvSpPr>
        <p:spPr>
          <a:xfrm>
            <a:off x="491175" y="1253075"/>
            <a:ext cx="3958800" cy="3405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21" name="Google Shape;321;p52"/>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322" name="Google Shape;322;p52"/>
          <p:cNvSpPr txBox="1"/>
          <p:nvPr>
            <p:ph idx="3" type="body"/>
          </p:nvPr>
        </p:nvSpPr>
        <p:spPr>
          <a:xfrm>
            <a:off x="4762105" y="1593548"/>
            <a:ext cx="3958800" cy="12666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23" name="Google Shape;323;p52"/>
          <p:cNvSpPr txBox="1"/>
          <p:nvPr>
            <p:ph idx="4" type="subTitle"/>
          </p:nvPr>
        </p:nvSpPr>
        <p:spPr>
          <a:xfrm>
            <a:off x="4762102" y="1253075"/>
            <a:ext cx="3958800" cy="3405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24" name="Google Shape;324;p52"/>
          <p:cNvSpPr txBox="1"/>
          <p:nvPr>
            <p:ph idx="5" type="body"/>
          </p:nvPr>
        </p:nvSpPr>
        <p:spPr>
          <a:xfrm>
            <a:off x="491113" y="3393823"/>
            <a:ext cx="3958800" cy="12666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25" name="Google Shape;325;p52"/>
          <p:cNvSpPr txBox="1"/>
          <p:nvPr>
            <p:ph idx="6" type="subTitle"/>
          </p:nvPr>
        </p:nvSpPr>
        <p:spPr>
          <a:xfrm>
            <a:off x="491113" y="3053350"/>
            <a:ext cx="3958800" cy="3405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26" name="Google Shape;326;p52"/>
          <p:cNvSpPr txBox="1"/>
          <p:nvPr>
            <p:ph idx="7" type="body"/>
          </p:nvPr>
        </p:nvSpPr>
        <p:spPr>
          <a:xfrm>
            <a:off x="4762042" y="3393823"/>
            <a:ext cx="3958800" cy="12666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27" name="Google Shape;327;p52"/>
          <p:cNvSpPr txBox="1"/>
          <p:nvPr>
            <p:ph idx="8" type="subTitle"/>
          </p:nvPr>
        </p:nvSpPr>
        <p:spPr>
          <a:xfrm>
            <a:off x="4762040" y="3053350"/>
            <a:ext cx="3958800" cy="3405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2 1 5">
  <p:cSld name="CUSTOM_3_2_1_1_1_1_1_2_6">
    <p:spTree>
      <p:nvGrpSpPr>
        <p:cNvPr id="328" name="Shape 328"/>
        <p:cNvGrpSpPr/>
        <p:nvPr/>
      </p:nvGrpSpPr>
      <p:grpSpPr>
        <a:xfrm>
          <a:off x="0" y="0"/>
          <a:ext cx="0" cy="0"/>
          <a:chOff x="0" y="0"/>
          <a:chExt cx="0" cy="0"/>
        </a:xfrm>
      </p:grpSpPr>
      <p:sp>
        <p:nvSpPr>
          <p:cNvPr id="329" name="Google Shape;329;p53"/>
          <p:cNvSpPr txBox="1"/>
          <p:nvPr>
            <p:ph idx="1" type="body"/>
          </p:nvPr>
        </p:nvSpPr>
        <p:spPr>
          <a:xfrm>
            <a:off x="457200" y="2132925"/>
            <a:ext cx="1942500" cy="24390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30" name="Google Shape;330;p53"/>
          <p:cNvSpPr txBox="1"/>
          <p:nvPr>
            <p:ph idx="2" type="subTitle"/>
          </p:nvPr>
        </p:nvSpPr>
        <p:spPr>
          <a:xfrm>
            <a:off x="457200" y="1477250"/>
            <a:ext cx="1942500" cy="5313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31" name="Google Shape;331;p53"/>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332" name="Google Shape;332;p53"/>
          <p:cNvSpPr txBox="1"/>
          <p:nvPr>
            <p:ph idx="3" type="body"/>
          </p:nvPr>
        </p:nvSpPr>
        <p:spPr>
          <a:xfrm>
            <a:off x="2552930" y="2132925"/>
            <a:ext cx="1942500" cy="24390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33" name="Google Shape;333;p53"/>
          <p:cNvSpPr txBox="1"/>
          <p:nvPr>
            <p:ph idx="4" type="subTitle"/>
          </p:nvPr>
        </p:nvSpPr>
        <p:spPr>
          <a:xfrm>
            <a:off x="2552930" y="1477250"/>
            <a:ext cx="1942500" cy="5313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34" name="Google Shape;334;p53"/>
          <p:cNvSpPr txBox="1"/>
          <p:nvPr>
            <p:ph idx="5" type="body"/>
          </p:nvPr>
        </p:nvSpPr>
        <p:spPr>
          <a:xfrm>
            <a:off x="4648660" y="2132925"/>
            <a:ext cx="1942500" cy="24390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35" name="Google Shape;335;p53"/>
          <p:cNvSpPr txBox="1"/>
          <p:nvPr>
            <p:ph idx="6" type="subTitle"/>
          </p:nvPr>
        </p:nvSpPr>
        <p:spPr>
          <a:xfrm>
            <a:off x="4648660" y="1477250"/>
            <a:ext cx="1942500" cy="5313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36" name="Google Shape;336;p53"/>
          <p:cNvSpPr txBox="1"/>
          <p:nvPr>
            <p:ph idx="7" type="body"/>
          </p:nvPr>
        </p:nvSpPr>
        <p:spPr>
          <a:xfrm>
            <a:off x="6744392" y="2132925"/>
            <a:ext cx="1942500" cy="24390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37" name="Google Shape;337;p53"/>
          <p:cNvSpPr txBox="1"/>
          <p:nvPr>
            <p:ph idx="8" type="subTitle"/>
          </p:nvPr>
        </p:nvSpPr>
        <p:spPr>
          <a:xfrm>
            <a:off x="6744392" y="1477250"/>
            <a:ext cx="1942500" cy="5313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2 2">
  <p:cSld name="CUSTOM_3_2_1_1_1_1_1_3">
    <p:spTree>
      <p:nvGrpSpPr>
        <p:cNvPr id="338" name="Shape 338"/>
        <p:cNvGrpSpPr/>
        <p:nvPr/>
      </p:nvGrpSpPr>
      <p:grpSpPr>
        <a:xfrm>
          <a:off x="0" y="0"/>
          <a:ext cx="0" cy="0"/>
          <a:chOff x="0" y="0"/>
          <a:chExt cx="0" cy="0"/>
        </a:xfrm>
      </p:grpSpPr>
      <p:sp>
        <p:nvSpPr>
          <p:cNvPr id="339" name="Google Shape;339;p54"/>
          <p:cNvSpPr txBox="1"/>
          <p:nvPr>
            <p:ph idx="1" type="body"/>
          </p:nvPr>
        </p:nvSpPr>
        <p:spPr>
          <a:xfrm>
            <a:off x="457200" y="2132925"/>
            <a:ext cx="1942500" cy="24390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40" name="Google Shape;340;p54"/>
          <p:cNvSpPr txBox="1"/>
          <p:nvPr>
            <p:ph idx="2" type="subTitle"/>
          </p:nvPr>
        </p:nvSpPr>
        <p:spPr>
          <a:xfrm>
            <a:off x="457200" y="1477250"/>
            <a:ext cx="1942500" cy="5313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41" name="Google Shape;341;p54"/>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342" name="Google Shape;342;p54"/>
          <p:cNvSpPr txBox="1"/>
          <p:nvPr>
            <p:ph idx="3" type="body"/>
          </p:nvPr>
        </p:nvSpPr>
        <p:spPr>
          <a:xfrm>
            <a:off x="2552930" y="2132925"/>
            <a:ext cx="1942500" cy="24390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43" name="Google Shape;343;p54"/>
          <p:cNvSpPr txBox="1"/>
          <p:nvPr>
            <p:ph idx="4" type="subTitle"/>
          </p:nvPr>
        </p:nvSpPr>
        <p:spPr>
          <a:xfrm>
            <a:off x="2552930" y="1477250"/>
            <a:ext cx="1942500" cy="5313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44" name="Google Shape;344;p54"/>
          <p:cNvSpPr txBox="1"/>
          <p:nvPr>
            <p:ph idx="5" type="body"/>
          </p:nvPr>
        </p:nvSpPr>
        <p:spPr>
          <a:xfrm>
            <a:off x="4648660" y="2132925"/>
            <a:ext cx="1942500" cy="24390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45" name="Google Shape;345;p54"/>
          <p:cNvSpPr txBox="1"/>
          <p:nvPr>
            <p:ph idx="6" type="subTitle"/>
          </p:nvPr>
        </p:nvSpPr>
        <p:spPr>
          <a:xfrm>
            <a:off x="4648660" y="1477250"/>
            <a:ext cx="1942500" cy="5313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46" name="Google Shape;346;p54"/>
          <p:cNvSpPr txBox="1"/>
          <p:nvPr>
            <p:ph idx="7" type="body"/>
          </p:nvPr>
        </p:nvSpPr>
        <p:spPr>
          <a:xfrm>
            <a:off x="6744392" y="2132925"/>
            <a:ext cx="1942500" cy="24390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47" name="Google Shape;347;p54"/>
          <p:cNvSpPr txBox="1"/>
          <p:nvPr>
            <p:ph idx="8" type="subTitle"/>
          </p:nvPr>
        </p:nvSpPr>
        <p:spPr>
          <a:xfrm>
            <a:off x="6744392" y="1477250"/>
            <a:ext cx="1942500" cy="5313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1 1 1">
  <p:cSld name="CUSTOM_3_2_1_1_1_1_2_1">
    <p:spTree>
      <p:nvGrpSpPr>
        <p:cNvPr id="348" name="Shape 348"/>
        <p:cNvGrpSpPr/>
        <p:nvPr/>
      </p:nvGrpSpPr>
      <p:grpSpPr>
        <a:xfrm>
          <a:off x="0" y="0"/>
          <a:ext cx="0" cy="0"/>
          <a:chOff x="0" y="0"/>
          <a:chExt cx="0" cy="0"/>
        </a:xfrm>
      </p:grpSpPr>
      <p:sp>
        <p:nvSpPr>
          <p:cNvPr id="349" name="Google Shape;349;p55"/>
          <p:cNvSpPr txBox="1"/>
          <p:nvPr>
            <p:ph idx="1" type="body"/>
          </p:nvPr>
        </p:nvSpPr>
        <p:spPr>
          <a:xfrm>
            <a:off x="457225" y="1589847"/>
            <a:ext cx="3982200" cy="1256700"/>
          </a:xfrm>
          <a:prstGeom prst="rect">
            <a:avLst/>
          </a:prstGeom>
          <a:noFill/>
          <a:ln>
            <a:noFill/>
          </a:ln>
        </p:spPr>
        <p:txBody>
          <a:bodyPr anchorCtr="0" anchor="t" bIns="91425" lIns="137150" spcFirstLastPara="1" rIns="137150"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50" name="Google Shape;350;p55"/>
          <p:cNvSpPr txBox="1"/>
          <p:nvPr>
            <p:ph idx="2" type="body"/>
          </p:nvPr>
        </p:nvSpPr>
        <p:spPr>
          <a:xfrm>
            <a:off x="4704575" y="1589800"/>
            <a:ext cx="3982200" cy="1256700"/>
          </a:xfrm>
          <a:prstGeom prst="rect">
            <a:avLst/>
          </a:prstGeom>
          <a:noFill/>
          <a:ln>
            <a:noFill/>
          </a:ln>
        </p:spPr>
        <p:txBody>
          <a:bodyPr anchorCtr="0" anchor="t" bIns="91425" lIns="137150" spcFirstLastPara="1" rIns="137150"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51" name="Google Shape;351;p55"/>
          <p:cNvSpPr txBox="1"/>
          <p:nvPr>
            <p:ph idx="3" type="subTitle"/>
          </p:nvPr>
        </p:nvSpPr>
        <p:spPr>
          <a:xfrm>
            <a:off x="457225" y="1141300"/>
            <a:ext cx="3982200" cy="448500"/>
          </a:xfrm>
          <a:prstGeom prst="rect">
            <a:avLst/>
          </a:prstGeom>
        </p:spPr>
        <p:txBody>
          <a:bodyPr anchorCtr="0" anchor="ctr" bIns="91425" lIns="137150" spcFirstLastPara="1" rIns="137150"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52" name="Google Shape;352;p55"/>
          <p:cNvSpPr txBox="1"/>
          <p:nvPr>
            <p:ph idx="4" type="subTitle"/>
          </p:nvPr>
        </p:nvSpPr>
        <p:spPr>
          <a:xfrm>
            <a:off x="4704451" y="1141300"/>
            <a:ext cx="3982200" cy="448500"/>
          </a:xfrm>
          <a:prstGeom prst="rect">
            <a:avLst/>
          </a:prstGeom>
        </p:spPr>
        <p:txBody>
          <a:bodyPr anchorCtr="0" anchor="ctr" bIns="91425" lIns="137150" spcFirstLastPara="1" rIns="137150"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53" name="Google Shape;353;p55"/>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354" name="Google Shape;354;p55"/>
          <p:cNvSpPr txBox="1"/>
          <p:nvPr>
            <p:ph idx="5" type="body"/>
          </p:nvPr>
        </p:nvSpPr>
        <p:spPr>
          <a:xfrm>
            <a:off x="457225" y="3418672"/>
            <a:ext cx="3982200" cy="1256700"/>
          </a:xfrm>
          <a:prstGeom prst="rect">
            <a:avLst/>
          </a:prstGeom>
          <a:noFill/>
          <a:ln>
            <a:noFill/>
          </a:ln>
        </p:spPr>
        <p:txBody>
          <a:bodyPr anchorCtr="0" anchor="t" bIns="91425" lIns="137150" spcFirstLastPara="1" rIns="137150"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55" name="Google Shape;355;p55"/>
          <p:cNvSpPr txBox="1"/>
          <p:nvPr>
            <p:ph idx="6" type="body"/>
          </p:nvPr>
        </p:nvSpPr>
        <p:spPr>
          <a:xfrm>
            <a:off x="4704575" y="3418625"/>
            <a:ext cx="3982200" cy="1256700"/>
          </a:xfrm>
          <a:prstGeom prst="rect">
            <a:avLst/>
          </a:prstGeom>
          <a:noFill/>
          <a:ln>
            <a:noFill/>
          </a:ln>
        </p:spPr>
        <p:txBody>
          <a:bodyPr anchorCtr="0" anchor="t" bIns="91425" lIns="137150" spcFirstLastPara="1" rIns="137150"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56" name="Google Shape;356;p55"/>
          <p:cNvSpPr txBox="1"/>
          <p:nvPr>
            <p:ph idx="7" type="subTitle"/>
          </p:nvPr>
        </p:nvSpPr>
        <p:spPr>
          <a:xfrm>
            <a:off x="457225" y="2970125"/>
            <a:ext cx="3982200" cy="448500"/>
          </a:xfrm>
          <a:prstGeom prst="rect">
            <a:avLst/>
          </a:prstGeom>
        </p:spPr>
        <p:txBody>
          <a:bodyPr anchorCtr="0" anchor="ctr" bIns="91425" lIns="137150" spcFirstLastPara="1" rIns="137150"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57" name="Google Shape;357;p55"/>
          <p:cNvSpPr txBox="1"/>
          <p:nvPr>
            <p:ph idx="8" type="subTitle"/>
          </p:nvPr>
        </p:nvSpPr>
        <p:spPr>
          <a:xfrm>
            <a:off x="4704451" y="2970125"/>
            <a:ext cx="3982200" cy="448500"/>
          </a:xfrm>
          <a:prstGeom prst="rect">
            <a:avLst/>
          </a:prstGeom>
        </p:spPr>
        <p:txBody>
          <a:bodyPr anchorCtr="0" anchor="ctr" bIns="91425" lIns="137150" spcFirstLastPara="1" rIns="137150"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1">
  <p:cSld name="CUSTOM_3_2_1_1_1_1_3">
    <p:spTree>
      <p:nvGrpSpPr>
        <p:cNvPr id="358" name="Shape 358"/>
        <p:cNvGrpSpPr/>
        <p:nvPr/>
      </p:nvGrpSpPr>
      <p:grpSpPr>
        <a:xfrm>
          <a:off x="0" y="0"/>
          <a:ext cx="0" cy="0"/>
          <a:chOff x="0" y="0"/>
          <a:chExt cx="0" cy="0"/>
        </a:xfrm>
      </p:grpSpPr>
      <p:sp>
        <p:nvSpPr>
          <p:cNvPr id="359" name="Google Shape;359;p56"/>
          <p:cNvSpPr txBox="1"/>
          <p:nvPr>
            <p:ph idx="1" type="body"/>
          </p:nvPr>
        </p:nvSpPr>
        <p:spPr>
          <a:xfrm>
            <a:off x="457200" y="1902000"/>
            <a:ext cx="2606100" cy="2670000"/>
          </a:xfrm>
          <a:prstGeom prst="rect">
            <a:avLst/>
          </a:prstGeom>
          <a:noFill/>
          <a:ln>
            <a:noFill/>
          </a:ln>
        </p:spPr>
        <p:txBody>
          <a:bodyPr anchorCtr="0" anchor="t" bIns="91425" lIns="137150" spcFirstLastPara="1" rIns="137150" wrap="square" tIns="18287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60" name="Google Shape;360;p56"/>
          <p:cNvSpPr txBox="1"/>
          <p:nvPr>
            <p:ph idx="2" type="body"/>
          </p:nvPr>
        </p:nvSpPr>
        <p:spPr>
          <a:xfrm>
            <a:off x="3237075" y="1901900"/>
            <a:ext cx="2606100" cy="2670000"/>
          </a:xfrm>
          <a:prstGeom prst="rect">
            <a:avLst/>
          </a:prstGeom>
          <a:noFill/>
          <a:ln>
            <a:noFill/>
          </a:ln>
        </p:spPr>
        <p:txBody>
          <a:bodyPr anchorCtr="0" anchor="t" bIns="91425" lIns="137150" spcFirstLastPara="1" rIns="137150" wrap="square" tIns="18287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61" name="Google Shape;361;p56"/>
          <p:cNvSpPr txBox="1"/>
          <p:nvPr>
            <p:ph idx="3" type="body"/>
          </p:nvPr>
        </p:nvSpPr>
        <p:spPr>
          <a:xfrm>
            <a:off x="6016800" y="1902000"/>
            <a:ext cx="2606100" cy="2670000"/>
          </a:xfrm>
          <a:prstGeom prst="rect">
            <a:avLst/>
          </a:prstGeom>
          <a:noFill/>
          <a:ln>
            <a:noFill/>
          </a:ln>
        </p:spPr>
        <p:txBody>
          <a:bodyPr anchorCtr="0" anchor="t" bIns="91425" lIns="137150" spcFirstLastPara="1" rIns="137150" wrap="square" tIns="18287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62" name="Google Shape;362;p56"/>
          <p:cNvSpPr txBox="1"/>
          <p:nvPr>
            <p:ph idx="4" type="subTitle"/>
          </p:nvPr>
        </p:nvSpPr>
        <p:spPr>
          <a:xfrm>
            <a:off x="457200" y="1370125"/>
            <a:ext cx="2606100" cy="572700"/>
          </a:xfrm>
          <a:prstGeom prst="rect">
            <a:avLst/>
          </a:prstGeom>
        </p:spPr>
        <p:txBody>
          <a:bodyPr anchorCtr="0" anchor="t" bIns="91425" lIns="137150" spcFirstLastPara="1" rIns="137150" wrap="square" tIns="18287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63" name="Google Shape;363;p56"/>
          <p:cNvSpPr txBox="1"/>
          <p:nvPr>
            <p:ph idx="5" type="subTitle"/>
          </p:nvPr>
        </p:nvSpPr>
        <p:spPr>
          <a:xfrm>
            <a:off x="3237000" y="1370125"/>
            <a:ext cx="2606100" cy="572700"/>
          </a:xfrm>
          <a:prstGeom prst="rect">
            <a:avLst/>
          </a:prstGeom>
        </p:spPr>
        <p:txBody>
          <a:bodyPr anchorCtr="0" anchor="t" bIns="91425" lIns="137150" spcFirstLastPara="1" rIns="137150" wrap="square" tIns="18287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64" name="Google Shape;364;p56"/>
          <p:cNvSpPr txBox="1"/>
          <p:nvPr>
            <p:ph idx="6" type="subTitle"/>
          </p:nvPr>
        </p:nvSpPr>
        <p:spPr>
          <a:xfrm>
            <a:off x="6016800" y="1370125"/>
            <a:ext cx="2606100" cy="572700"/>
          </a:xfrm>
          <a:prstGeom prst="rect">
            <a:avLst/>
          </a:prstGeom>
        </p:spPr>
        <p:txBody>
          <a:bodyPr anchorCtr="0" anchor="t" bIns="91425" lIns="137150" spcFirstLastPara="1" rIns="137150" wrap="square" tIns="18287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65" name="Google Shape;365;p56"/>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bullet-4 1 1">
  <p:cSld name="CUSTOM_3_2_1_1_2_1">
    <p:spTree>
      <p:nvGrpSpPr>
        <p:cNvPr id="366" name="Shape 366"/>
        <p:cNvGrpSpPr/>
        <p:nvPr/>
      </p:nvGrpSpPr>
      <p:grpSpPr>
        <a:xfrm>
          <a:off x="0" y="0"/>
          <a:ext cx="0" cy="0"/>
          <a:chOff x="0" y="0"/>
          <a:chExt cx="0" cy="0"/>
        </a:xfrm>
      </p:grpSpPr>
      <p:sp>
        <p:nvSpPr>
          <p:cNvPr id="367" name="Google Shape;367;p57"/>
          <p:cNvSpPr txBox="1"/>
          <p:nvPr>
            <p:ph idx="1" type="body"/>
          </p:nvPr>
        </p:nvSpPr>
        <p:spPr>
          <a:xfrm>
            <a:off x="489150" y="2727525"/>
            <a:ext cx="1951800" cy="1848000"/>
          </a:xfrm>
          <a:prstGeom prst="rect">
            <a:avLst/>
          </a:prstGeom>
        </p:spPr>
        <p:txBody>
          <a:bodyPr anchorCtr="0" anchor="t" bIns="91425" lIns="137150" spcFirstLastPara="1" rIns="137150" wrap="square" tIns="91425">
            <a:normAutofit/>
          </a:bodyPr>
          <a:lstStyle>
            <a:lvl1pPr indent="-304800" lvl="0" marL="457200" algn="ctr">
              <a:spcBef>
                <a:spcPts val="0"/>
              </a:spcBef>
              <a:spcAft>
                <a:spcPts val="0"/>
              </a:spcAft>
              <a:buClr>
                <a:schemeClr val="dk1"/>
              </a:buClr>
              <a:buSzPts val="1200"/>
              <a:buChar char="•"/>
              <a:defRPr sz="1200">
                <a:solidFill>
                  <a:schemeClr val="dk1"/>
                </a:solidFill>
              </a:defRPr>
            </a:lvl1pPr>
            <a:lvl2pPr indent="-304800" lvl="1" marL="914400" algn="ctr">
              <a:spcBef>
                <a:spcPts val="1000"/>
              </a:spcBef>
              <a:spcAft>
                <a:spcPts val="0"/>
              </a:spcAft>
              <a:buClr>
                <a:schemeClr val="dk1"/>
              </a:buClr>
              <a:buSzPts val="1200"/>
              <a:buChar char="○"/>
              <a:defRPr sz="1200">
                <a:solidFill>
                  <a:schemeClr val="dk1"/>
                </a:solidFill>
              </a:defRPr>
            </a:lvl2pPr>
            <a:lvl3pPr indent="-304800" lvl="2" marL="1371600" algn="ctr">
              <a:spcBef>
                <a:spcPts val="1000"/>
              </a:spcBef>
              <a:spcAft>
                <a:spcPts val="0"/>
              </a:spcAft>
              <a:buClr>
                <a:schemeClr val="dk1"/>
              </a:buClr>
              <a:buSzPts val="1200"/>
              <a:buChar char="■"/>
              <a:defRPr sz="1200">
                <a:solidFill>
                  <a:schemeClr val="dk1"/>
                </a:solidFill>
              </a:defRPr>
            </a:lvl3pPr>
            <a:lvl4pPr indent="-304800" lvl="3" marL="1828800" algn="ctr">
              <a:spcBef>
                <a:spcPts val="1000"/>
              </a:spcBef>
              <a:spcAft>
                <a:spcPts val="0"/>
              </a:spcAft>
              <a:buClr>
                <a:schemeClr val="dk1"/>
              </a:buClr>
              <a:buSzPts val="1200"/>
              <a:buChar char="●"/>
              <a:defRPr sz="1200">
                <a:solidFill>
                  <a:schemeClr val="dk1"/>
                </a:solidFill>
              </a:defRPr>
            </a:lvl4pPr>
            <a:lvl5pPr indent="-304800" lvl="4" marL="2286000" algn="ctr">
              <a:spcBef>
                <a:spcPts val="1000"/>
              </a:spcBef>
              <a:spcAft>
                <a:spcPts val="0"/>
              </a:spcAft>
              <a:buClr>
                <a:schemeClr val="dk1"/>
              </a:buClr>
              <a:buSzPts val="1200"/>
              <a:buChar char="○"/>
              <a:defRPr sz="1200">
                <a:solidFill>
                  <a:schemeClr val="dk1"/>
                </a:solidFill>
              </a:defRPr>
            </a:lvl5pPr>
            <a:lvl6pPr indent="-304800" lvl="5" marL="2743200" algn="ctr">
              <a:spcBef>
                <a:spcPts val="1000"/>
              </a:spcBef>
              <a:spcAft>
                <a:spcPts val="0"/>
              </a:spcAft>
              <a:buClr>
                <a:schemeClr val="dk1"/>
              </a:buClr>
              <a:buSzPts val="1200"/>
              <a:buChar char="■"/>
              <a:defRPr sz="1200">
                <a:solidFill>
                  <a:schemeClr val="dk1"/>
                </a:solidFill>
              </a:defRPr>
            </a:lvl6pPr>
            <a:lvl7pPr indent="-304800" lvl="6" marL="3200400" algn="ctr">
              <a:spcBef>
                <a:spcPts val="1000"/>
              </a:spcBef>
              <a:spcAft>
                <a:spcPts val="0"/>
              </a:spcAft>
              <a:buClr>
                <a:schemeClr val="dk1"/>
              </a:buClr>
              <a:buSzPts val="1200"/>
              <a:buChar char="●"/>
              <a:defRPr sz="1200">
                <a:solidFill>
                  <a:schemeClr val="dk1"/>
                </a:solidFill>
              </a:defRPr>
            </a:lvl7pPr>
            <a:lvl8pPr indent="-304800" lvl="7" marL="3657600" algn="ctr">
              <a:spcBef>
                <a:spcPts val="1000"/>
              </a:spcBef>
              <a:spcAft>
                <a:spcPts val="0"/>
              </a:spcAft>
              <a:buClr>
                <a:schemeClr val="dk1"/>
              </a:buClr>
              <a:buSzPts val="1200"/>
              <a:buChar char="○"/>
              <a:defRPr sz="1200">
                <a:solidFill>
                  <a:schemeClr val="dk1"/>
                </a:solidFill>
              </a:defRPr>
            </a:lvl8pPr>
            <a:lvl9pPr indent="-304800" lvl="8" marL="4114800" algn="ctr">
              <a:spcBef>
                <a:spcPts val="1000"/>
              </a:spcBef>
              <a:spcAft>
                <a:spcPts val="1000"/>
              </a:spcAft>
              <a:buClr>
                <a:schemeClr val="dk1"/>
              </a:buClr>
              <a:buSzPts val="1200"/>
              <a:buChar char="■"/>
              <a:defRPr sz="1200">
                <a:solidFill>
                  <a:schemeClr val="dk1"/>
                </a:solidFill>
              </a:defRPr>
            </a:lvl9pPr>
          </a:lstStyle>
          <a:p/>
        </p:txBody>
      </p:sp>
      <p:sp>
        <p:nvSpPr>
          <p:cNvPr id="368" name="Google Shape;368;p57"/>
          <p:cNvSpPr txBox="1"/>
          <p:nvPr>
            <p:ph idx="2" type="body"/>
          </p:nvPr>
        </p:nvSpPr>
        <p:spPr>
          <a:xfrm>
            <a:off x="2571054" y="2727525"/>
            <a:ext cx="1951800" cy="1848000"/>
          </a:xfrm>
          <a:prstGeom prst="rect">
            <a:avLst/>
          </a:prstGeom>
        </p:spPr>
        <p:txBody>
          <a:bodyPr anchorCtr="0" anchor="t" bIns="91425" lIns="137150" spcFirstLastPara="1" rIns="137150" wrap="square" tIns="91425">
            <a:normAutofit/>
          </a:bodyPr>
          <a:lstStyle>
            <a:lvl1pPr indent="-304800" lvl="0" marL="457200" algn="ctr">
              <a:spcBef>
                <a:spcPts val="0"/>
              </a:spcBef>
              <a:spcAft>
                <a:spcPts val="0"/>
              </a:spcAft>
              <a:buClr>
                <a:schemeClr val="dk1"/>
              </a:buClr>
              <a:buSzPts val="1200"/>
              <a:buChar char="•"/>
              <a:defRPr sz="1200">
                <a:solidFill>
                  <a:schemeClr val="dk1"/>
                </a:solidFill>
              </a:defRPr>
            </a:lvl1pPr>
            <a:lvl2pPr indent="-304800" lvl="1" marL="914400" algn="ctr">
              <a:spcBef>
                <a:spcPts val="1000"/>
              </a:spcBef>
              <a:spcAft>
                <a:spcPts val="0"/>
              </a:spcAft>
              <a:buClr>
                <a:schemeClr val="dk1"/>
              </a:buClr>
              <a:buSzPts val="1200"/>
              <a:buChar char="○"/>
              <a:defRPr sz="1200">
                <a:solidFill>
                  <a:schemeClr val="dk1"/>
                </a:solidFill>
              </a:defRPr>
            </a:lvl2pPr>
            <a:lvl3pPr indent="-304800" lvl="2" marL="1371600" algn="ctr">
              <a:spcBef>
                <a:spcPts val="1000"/>
              </a:spcBef>
              <a:spcAft>
                <a:spcPts val="0"/>
              </a:spcAft>
              <a:buClr>
                <a:schemeClr val="dk1"/>
              </a:buClr>
              <a:buSzPts val="1200"/>
              <a:buChar char="■"/>
              <a:defRPr sz="1200">
                <a:solidFill>
                  <a:schemeClr val="dk1"/>
                </a:solidFill>
              </a:defRPr>
            </a:lvl3pPr>
            <a:lvl4pPr indent="-304800" lvl="3" marL="1828800" algn="ctr">
              <a:spcBef>
                <a:spcPts val="1000"/>
              </a:spcBef>
              <a:spcAft>
                <a:spcPts val="0"/>
              </a:spcAft>
              <a:buClr>
                <a:schemeClr val="dk1"/>
              </a:buClr>
              <a:buSzPts val="1200"/>
              <a:buChar char="●"/>
              <a:defRPr sz="1200">
                <a:solidFill>
                  <a:schemeClr val="dk1"/>
                </a:solidFill>
              </a:defRPr>
            </a:lvl4pPr>
            <a:lvl5pPr indent="-304800" lvl="4" marL="2286000" algn="ctr">
              <a:spcBef>
                <a:spcPts val="1000"/>
              </a:spcBef>
              <a:spcAft>
                <a:spcPts val="0"/>
              </a:spcAft>
              <a:buClr>
                <a:schemeClr val="dk1"/>
              </a:buClr>
              <a:buSzPts val="1200"/>
              <a:buChar char="○"/>
              <a:defRPr sz="1200">
                <a:solidFill>
                  <a:schemeClr val="dk1"/>
                </a:solidFill>
              </a:defRPr>
            </a:lvl5pPr>
            <a:lvl6pPr indent="-304800" lvl="5" marL="2743200" algn="ctr">
              <a:spcBef>
                <a:spcPts val="1000"/>
              </a:spcBef>
              <a:spcAft>
                <a:spcPts val="0"/>
              </a:spcAft>
              <a:buClr>
                <a:schemeClr val="dk1"/>
              </a:buClr>
              <a:buSzPts val="1200"/>
              <a:buChar char="■"/>
              <a:defRPr sz="1200">
                <a:solidFill>
                  <a:schemeClr val="dk1"/>
                </a:solidFill>
              </a:defRPr>
            </a:lvl6pPr>
            <a:lvl7pPr indent="-304800" lvl="6" marL="3200400" algn="ctr">
              <a:spcBef>
                <a:spcPts val="1000"/>
              </a:spcBef>
              <a:spcAft>
                <a:spcPts val="0"/>
              </a:spcAft>
              <a:buClr>
                <a:schemeClr val="dk1"/>
              </a:buClr>
              <a:buSzPts val="1200"/>
              <a:buChar char="●"/>
              <a:defRPr sz="1200">
                <a:solidFill>
                  <a:schemeClr val="dk1"/>
                </a:solidFill>
              </a:defRPr>
            </a:lvl7pPr>
            <a:lvl8pPr indent="-304800" lvl="7" marL="3657600" algn="ctr">
              <a:spcBef>
                <a:spcPts val="1000"/>
              </a:spcBef>
              <a:spcAft>
                <a:spcPts val="0"/>
              </a:spcAft>
              <a:buClr>
                <a:schemeClr val="dk1"/>
              </a:buClr>
              <a:buSzPts val="1200"/>
              <a:buChar char="○"/>
              <a:defRPr sz="1200">
                <a:solidFill>
                  <a:schemeClr val="dk1"/>
                </a:solidFill>
              </a:defRPr>
            </a:lvl8pPr>
            <a:lvl9pPr indent="-304800" lvl="8" marL="4114800" algn="ctr">
              <a:spcBef>
                <a:spcPts val="1000"/>
              </a:spcBef>
              <a:spcAft>
                <a:spcPts val="1000"/>
              </a:spcAft>
              <a:buClr>
                <a:schemeClr val="dk1"/>
              </a:buClr>
              <a:buSzPts val="1200"/>
              <a:buChar char="■"/>
              <a:defRPr sz="1200">
                <a:solidFill>
                  <a:schemeClr val="dk1"/>
                </a:solidFill>
              </a:defRPr>
            </a:lvl9pPr>
          </a:lstStyle>
          <a:p/>
        </p:txBody>
      </p:sp>
      <p:sp>
        <p:nvSpPr>
          <p:cNvPr id="369" name="Google Shape;369;p57"/>
          <p:cNvSpPr txBox="1"/>
          <p:nvPr>
            <p:ph idx="3" type="body"/>
          </p:nvPr>
        </p:nvSpPr>
        <p:spPr>
          <a:xfrm>
            <a:off x="4652957" y="2727525"/>
            <a:ext cx="1951800" cy="1848000"/>
          </a:xfrm>
          <a:prstGeom prst="rect">
            <a:avLst/>
          </a:prstGeom>
        </p:spPr>
        <p:txBody>
          <a:bodyPr anchorCtr="0" anchor="t" bIns="91425" lIns="137150" spcFirstLastPara="1" rIns="137150" wrap="square" tIns="91425">
            <a:normAutofit/>
          </a:bodyPr>
          <a:lstStyle>
            <a:lvl1pPr indent="-304800" lvl="0" marL="457200" algn="ctr">
              <a:spcBef>
                <a:spcPts val="0"/>
              </a:spcBef>
              <a:spcAft>
                <a:spcPts val="0"/>
              </a:spcAft>
              <a:buClr>
                <a:schemeClr val="dk1"/>
              </a:buClr>
              <a:buSzPts val="1200"/>
              <a:buChar char="•"/>
              <a:defRPr sz="1200">
                <a:solidFill>
                  <a:schemeClr val="dk1"/>
                </a:solidFill>
              </a:defRPr>
            </a:lvl1pPr>
            <a:lvl2pPr indent="-304800" lvl="1" marL="914400" algn="ctr">
              <a:spcBef>
                <a:spcPts val="1000"/>
              </a:spcBef>
              <a:spcAft>
                <a:spcPts val="0"/>
              </a:spcAft>
              <a:buClr>
                <a:schemeClr val="dk1"/>
              </a:buClr>
              <a:buSzPts val="1200"/>
              <a:buChar char="○"/>
              <a:defRPr sz="1200">
                <a:solidFill>
                  <a:schemeClr val="dk1"/>
                </a:solidFill>
              </a:defRPr>
            </a:lvl2pPr>
            <a:lvl3pPr indent="-304800" lvl="2" marL="1371600" algn="ctr">
              <a:spcBef>
                <a:spcPts val="1000"/>
              </a:spcBef>
              <a:spcAft>
                <a:spcPts val="0"/>
              </a:spcAft>
              <a:buClr>
                <a:schemeClr val="dk1"/>
              </a:buClr>
              <a:buSzPts val="1200"/>
              <a:buChar char="■"/>
              <a:defRPr sz="1200">
                <a:solidFill>
                  <a:schemeClr val="dk1"/>
                </a:solidFill>
              </a:defRPr>
            </a:lvl3pPr>
            <a:lvl4pPr indent="-304800" lvl="3" marL="1828800" algn="ctr">
              <a:spcBef>
                <a:spcPts val="1000"/>
              </a:spcBef>
              <a:spcAft>
                <a:spcPts val="0"/>
              </a:spcAft>
              <a:buClr>
                <a:schemeClr val="dk1"/>
              </a:buClr>
              <a:buSzPts val="1200"/>
              <a:buChar char="●"/>
              <a:defRPr sz="1200">
                <a:solidFill>
                  <a:schemeClr val="dk1"/>
                </a:solidFill>
              </a:defRPr>
            </a:lvl4pPr>
            <a:lvl5pPr indent="-304800" lvl="4" marL="2286000" algn="ctr">
              <a:spcBef>
                <a:spcPts val="1000"/>
              </a:spcBef>
              <a:spcAft>
                <a:spcPts val="0"/>
              </a:spcAft>
              <a:buClr>
                <a:schemeClr val="dk1"/>
              </a:buClr>
              <a:buSzPts val="1200"/>
              <a:buChar char="○"/>
              <a:defRPr sz="1200">
                <a:solidFill>
                  <a:schemeClr val="dk1"/>
                </a:solidFill>
              </a:defRPr>
            </a:lvl5pPr>
            <a:lvl6pPr indent="-304800" lvl="5" marL="2743200" algn="ctr">
              <a:spcBef>
                <a:spcPts val="1000"/>
              </a:spcBef>
              <a:spcAft>
                <a:spcPts val="0"/>
              </a:spcAft>
              <a:buClr>
                <a:schemeClr val="dk1"/>
              </a:buClr>
              <a:buSzPts val="1200"/>
              <a:buChar char="■"/>
              <a:defRPr sz="1200">
                <a:solidFill>
                  <a:schemeClr val="dk1"/>
                </a:solidFill>
              </a:defRPr>
            </a:lvl6pPr>
            <a:lvl7pPr indent="-304800" lvl="6" marL="3200400" algn="ctr">
              <a:spcBef>
                <a:spcPts val="1000"/>
              </a:spcBef>
              <a:spcAft>
                <a:spcPts val="0"/>
              </a:spcAft>
              <a:buClr>
                <a:schemeClr val="dk1"/>
              </a:buClr>
              <a:buSzPts val="1200"/>
              <a:buChar char="●"/>
              <a:defRPr sz="1200">
                <a:solidFill>
                  <a:schemeClr val="dk1"/>
                </a:solidFill>
              </a:defRPr>
            </a:lvl7pPr>
            <a:lvl8pPr indent="-304800" lvl="7" marL="3657600" algn="ctr">
              <a:spcBef>
                <a:spcPts val="1000"/>
              </a:spcBef>
              <a:spcAft>
                <a:spcPts val="0"/>
              </a:spcAft>
              <a:buClr>
                <a:schemeClr val="dk1"/>
              </a:buClr>
              <a:buSzPts val="1200"/>
              <a:buChar char="○"/>
              <a:defRPr sz="1200">
                <a:solidFill>
                  <a:schemeClr val="dk1"/>
                </a:solidFill>
              </a:defRPr>
            </a:lvl8pPr>
            <a:lvl9pPr indent="-304800" lvl="8" marL="4114800" algn="ctr">
              <a:spcBef>
                <a:spcPts val="1000"/>
              </a:spcBef>
              <a:spcAft>
                <a:spcPts val="1000"/>
              </a:spcAft>
              <a:buClr>
                <a:schemeClr val="dk1"/>
              </a:buClr>
              <a:buSzPts val="1200"/>
              <a:buChar char="■"/>
              <a:defRPr sz="1200">
                <a:solidFill>
                  <a:schemeClr val="dk1"/>
                </a:solidFill>
              </a:defRPr>
            </a:lvl9pPr>
          </a:lstStyle>
          <a:p/>
        </p:txBody>
      </p:sp>
      <p:sp>
        <p:nvSpPr>
          <p:cNvPr id="370" name="Google Shape;370;p57"/>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371" name="Google Shape;371;p57"/>
          <p:cNvSpPr txBox="1"/>
          <p:nvPr>
            <p:ph idx="4" type="body"/>
          </p:nvPr>
        </p:nvSpPr>
        <p:spPr>
          <a:xfrm>
            <a:off x="6734864" y="2727525"/>
            <a:ext cx="1951800" cy="1848000"/>
          </a:xfrm>
          <a:prstGeom prst="rect">
            <a:avLst/>
          </a:prstGeom>
        </p:spPr>
        <p:txBody>
          <a:bodyPr anchorCtr="0" anchor="t" bIns="91425" lIns="137150" spcFirstLastPara="1" rIns="137150" wrap="square" tIns="91425">
            <a:normAutofit/>
          </a:bodyPr>
          <a:lstStyle>
            <a:lvl1pPr indent="-304800" lvl="0" marL="457200" algn="ctr">
              <a:spcBef>
                <a:spcPts val="0"/>
              </a:spcBef>
              <a:spcAft>
                <a:spcPts val="0"/>
              </a:spcAft>
              <a:buClr>
                <a:schemeClr val="dk1"/>
              </a:buClr>
              <a:buSzPts val="1200"/>
              <a:buChar char="•"/>
              <a:defRPr sz="1200">
                <a:solidFill>
                  <a:schemeClr val="dk1"/>
                </a:solidFill>
              </a:defRPr>
            </a:lvl1pPr>
            <a:lvl2pPr indent="-304800" lvl="1" marL="914400" algn="ctr">
              <a:spcBef>
                <a:spcPts val="1000"/>
              </a:spcBef>
              <a:spcAft>
                <a:spcPts val="0"/>
              </a:spcAft>
              <a:buClr>
                <a:schemeClr val="dk1"/>
              </a:buClr>
              <a:buSzPts val="1200"/>
              <a:buChar char="○"/>
              <a:defRPr sz="1200">
                <a:solidFill>
                  <a:schemeClr val="dk1"/>
                </a:solidFill>
              </a:defRPr>
            </a:lvl2pPr>
            <a:lvl3pPr indent="-304800" lvl="2" marL="1371600" algn="ctr">
              <a:spcBef>
                <a:spcPts val="1000"/>
              </a:spcBef>
              <a:spcAft>
                <a:spcPts val="0"/>
              </a:spcAft>
              <a:buClr>
                <a:schemeClr val="dk1"/>
              </a:buClr>
              <a:buSzPts val="1200"/>
              <a:buChar char="■"/>
              <a:defRPr sz="1200">
                <a:solidFill>
                  <a:schemeClr val="dk1"/>
                </a:solidFill>
              </a:defRPr>
            </a:lvl3pPr>
            <a:lvl4pPr indent="-304800" lvl="3" marL="1828800" algn="ctr">
              <a:spcBef>
                <a:spcPts val="1000"/>
              </a:spcBef>
              <a:spcAft>
                <a:spcPts val="0"/>
              </a:spcAft>
              <a:buClr>
                <a:schemeClr val="dk1"/>
              </a:buClr>
              <a:buSzPts val="1200"/>
              <a:buChar char="●"/>
              <a:defRPr sz="1200">
                <a:solidFill>
                  <a:schemeClr val="dk1"/>
                </a:solidFill>
              </a:defRPr>
            </a:lvl4pPr>
            <a:lvl5pPr indent="-304800" lvl="4" marL="2286000" algn="ctr">
              <a:spcBef>
                <a:spcPts val="1000"/>
              </a:spcBef>
              <a:spcAft>
                <a:spcPts val="0"/>
              </a:spcAft>
              <a:buClr>
                <a:schemeClr val="dk1"/>
              </a:buClr>
              <a:buSzPts val="1200"/>
              <a:buChar char="○"/>
              <a:defRPr sz="1200">
                <a:solidFill>
                  <a:schemeClr val="dk1"/>
                </a:solidFill>
              </a:defRPr>
            </a:lvl5pPr>
            <a:lvl6pPr indent="-304800" lvl="5" marL="2743200" algn="ctr">
              <a:spcBef>
                <a:spcPts val="1000"/>
              </a:spcBef>
              <a:spcAft>
                <a:spcPts val="0"/>
              </a:spcAft>
              <a:buClr>
                <a:schemeClr val="dk1"/>
              </a:buClr>
              <a:buSzPts val="1200"/>
              <a:buChar char="■"/>
              <a:defRPr sz="1200">
                <a:solidFill>
                  <a:schemeClr val="dk1"/>
                </a:solidFill>
              </a:defRPr>
            </a:lvl6pPr>
            <a:lvl7pPr indent="-304800" lvl="6" marL="3200400" algn="ctr">
              <a:spcBef>
                <a:spcPts val="1000"/>
              </a:spcBef>
              <a:spcAft>
                <a:spcPts val="0"/>
              </a:spcAft>
              <a:buClr>
                <a:schemeClr val="dk1"/>
              </a:buClr>
              <a:buSzPts val="1200"/>
              <a:buChar char="●"/>
              <a:defRPr sz="1200">
                <a:solidFill>
                  <a:schemeClr val="dk1"/>
                </a:solidFill>
              </a:defRPr>
            </a:lvl7pPr>
            <a:lvl8pPr indent="-304800" lvl="7" marL="3657600" algn="ctr">
              <a:spcBef>
                <a:spcPts val="1000"/>
              </a:spcBef>
              <a:spcAft>
                <a:spcPts val="0"/>
              </a:spcAft>
              <a:buClr>
                <a:schemeClr val="dk1"/>
              </a:buClr>
              <a:buSzPts val="1200"/>
              <a:buChar char="○"/>
              <a:defRPr sz="1200">
                <a:solidFill>
                  <a:schemeClr val="dk1"/>
                </a:solidFill>
              </a:defRPr>
            </a:lvl8pPr>
            <a:lvl9pPr indent="-304800" lvl="8" marL="4114800" algn="ctr">
              <a:spcBef>
                <a:spcPts val="1000"/>
              </a:spcBef>
              <a:spcAft>
                <a:spcPts val="1000"/>
              </a:spcAft>
              <a:buClr>
                <a:schemeClr val="dk1"/>
              </a:buClr>
              <a:buSzPts val="1200"/>
              <a:buChar char="■"/>
              <a:defRPr sz="1200">
                <a:solidFill>
                  <a:schemeClr val="dk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bullet-6">
  <p:cSld name="CUSTOM_3_2_1_2">
    <p:spTree>
      <p:nvGrpSpPr>
        <p:cNvPr id="372" name="Shape 372"/>
        <p:cNvGrpSpPr/>
        <p:nvPr/>
      </p:nvGrpSpPr>
      <p:grpSpPr>
        <a:xfrm>
          <a:off x="0" y="0"/>
          <a:ext cx="0" cy="0"/>
          <a:chOff x="0" y="0"/>
          <a:chExt cx="0" cy="0"/>
        </a:xfrm>
      </p:grpSpPr>
      <p:sp>
        <p:nvSpPr>
          <p:cNvPr id="373" name="Google Shape;373;p58"/>
          <p:cNvSpPr txBox="1"/>
          <p:nvPr>
            <p:ph idx="1" type="body"/>
          </p:nvPr>
        </p:nvSpPr>
        <p:spPr>
          <a:xfrm>
            <a:off x="457200" y="1607925"/>
            <a:ext cx="2606100" cy="2182200"/>
          </a:xfrm>
          <a:prstGeom prst="rect">
            <a:avLst/>
          </a:prstGeom>
          <a:noFill/>
        </p:spPr>
        <p:txBody>
          <a:bodyPr anchorCtr="0" anchor="t" bIns="91425" lIns="137150" spcFirstLastPara="1" rIns="137150" wrap="square" tIns="91425">
            <a:normAutofit/>
          </a:bodyPr>
          <a:lstStyle>
            <a:lvl1pPr indent="-317500" lvl="0" marL="457200">
              <a:spcBef>
                <a:spcPts val="0"/>
              </a:spcBef>
              <a:spcAft>
                <a:spcPts val="0"/>
              </a:spcAft>
              <a:buClr>
                <a:schemeClr val="dk1"/>
              </a:buClr>
              <a:buSzPts val="1400"/>
              <a:buChar char="•"/>
              <a:defRPr sz="1400">
                <a:solidFill>
                  <a:schemeClr val="dk1"/>
                </a:solidFill>
              </a:defRPr>
            </a:lvl1pPr>
            <a:lvl2pPr indent="-304800" lvl="1" marL="914400">
              <a:spcBef>
                <a:spcPts val="1000"/>
              </a:spcBef>
              <a:spcAft>
                <a:spcPts val="0"/>
              </a:spcAft>
              <a:buClr>
                <a:schemeClr val="dk1"/>
              </a:buClr>
              <a:buSzPts val="1200"/>
              <a:buChar char="○"/>
              <a:defRPr>
                <a:solidFill>
                  <a:schemeClr val="dk1"/>
                </a:solidFill>
              </a:defRPr>
            </a:lvl2pPr>
            <a:lvl3pPr indent="-304800" lvl="2" marL="1371600">
              <a:spcBef>
                <a:spcPts val="1000"/>
              </a:spcBef>
              <a:spcAft>
                <a:spcPts val="0"/>
              </a:spcAft>
              <a:buClr>
                <a:schemeClr val="dk1"/>
              </a:buClr>
              <a:buSzPts val="1200"/>
              <a:buChar char="■"/>
              <a:defRPr>
                <a:solidFill>
                  <a:schemeClr val="dk1"/>
                </a:solidFill>
              </a:defRPr>
            </a:lvl3pPr>
            <a:lvl4pPr indent="-304800" lvl="3" marL="1828800">
              <a:spcBef>
                <a:spcPts val="1000"/>
              </a:spcBef>
              <a:spcAft>
                <a:spcPts val="0"/>
              </a:spcAft>
              <a:buClr>
                <a:schemeClr val="dk1"/>
              </a:buClr>
              <a:buSzPts val="1200"/>
              <a:buChar char="●"/>
              <a:defRPr>
                <a:solidFill>
                  <a:schemeClr val="dk1"/>
                </a:solidFill>
              </a:defRPr>
            </a:lvl4pPr>
            <a:lvl5pPr indent="-304800" lvl="4" marL="2286000">
              <a:spcBef>
                <a:spcPts val="1000"/>
              </a:spcBef>
              <a:spcAft>
                <a:spcPts val="0"/>
              </a:spcAft>
              <a:buClr>
                <a:schemeClr val="dk1"/>
              </a:buClr>
              <a:buSzPts val="1200"/>
              <a:buChar char="○"/>
              <a:defRPr>
                <a:solidFill>
                  <a:schemeClr val="dk1"/>
                </a:solidFill>
              </a:defRPr>
            </a:lvl5pPr>
            <a:lvl6pPr indent="-304800" lvl="5" marL="2743200">
              <a:spcBef>
                <a:spcPts val="1000"/>
              </a:spcBef>
              <a:spcAft>
                <a:spcPts val="0"/>
              </a:spcAft>
              <a:buClr>
                <a:schemeClr val="dk1"/>
              </a:buClr>
              <a:buSzPts val="1200"/>
              <a:buChar char="■"/>
              <a:defRPr>
                <a:solidFill>
                  <a:schemeClr val="dk1"/>
                </a:solidFill>
              </a:defRPr>
            </a:lvl6pPr>
            <a:lvl7pPr indent="-304800" lvl="6" marL="3200400">
              <a:spcBef>
                <a:spcPts val="1000"/>
              </a:spcBef>
              <a:spcAft>
                <a:spcPts val="0"/>
              </a:spcAft>
              <a:buClr>
                <a:schemeClr val="dk1"/>
              </a:buClr>
              <a:buSzPts val="1200"/>
              <a:buChar char="●"/>
              <a:defRPr>
                <a:solidFill>
                  <a:schemeClr val="dk1"/>
                </a:solidFill>
              </a:defRPr>
            </a:lvl7pPr>
            <a:lvl8pPr indent="-304800" lvl="7" marL="3657600">
              <a:spcBef>
                <a:spcPts val="1000"/>
              </a:spcBef>
              <a:spcAft>
                <a:spcPts val="0"/>
              </a:spcAft>
              <a:buClr>
                <a:schemeClr val="dk1"/>
              </a:buClr>
              <a:buSzPts val="1200"/>
              <a:buChar char="○"/>
              <a:defRPr>
                <a:solidFill>
                  <a:schemeClr val="dk1"/>
                </a:solidFill>
              </a:defRPr>
            </a:lvl8pPr>
            <a:lvl9pPr indent="-304800" lvl="8" marL="4114800">
              <a:spcBef>
                <a:spcPts val="1000"/>
              </a:spcBef>
              <a:spcAft>
                <a:spcPts val="1000"/>
              </a:spcAft>
              <a:buClr>
                <a:schemeClr val="dk1"/>
              </a:buClr>
              <a:buSzPts val="1200"/>
              <a:buChar char="■"/>
              <a:defRPr>
                <a:solidFill>
                  <a:schemeClr val="dk1"/>
                </a:solidFill>
              </a:defRPr>
            </a:lvl9pPr>
          </a:lstStyle>
          <a:p/>
        </p:txBody>
      </p:sp>
      <p:sp>
        <p:nvSpPr>
          <p:cNvPr id="374" name="Google Shape;374;p58"/>
          <p:cNvSpPr txBox="1"/>
          <p:nvPr>
            <p:ph idx="2" type="body"/>
          </p:nvPr>
        </p:nvSpPr>
        <p:spPr>
          <a:xfrm>
            <a:off x="3237000" y="1607925"/>
            <a:ext cx="2606100" cy="2182200"/>
          </a:xfrm>
          <a:prstGeom prst="rect">
            <a:avLst/>
          </a:prstGeom>
          <a:noFill/>
        </p:spPr>
        <p:txBody>
          <a:bodyPr anchorCtr="0" anchor="t" bIns="91425" lIns="137150" spcFirstLastPara="1" rIns="137150" wrap="square" tIns="91425">
            <a:normAutofit/>
          </a:bodyPr>
          <a:lstStyle>
            <a:lvl1pPr indent="-317500" lvl="0" marL="457200">
              <a:spcBef>
                <a:spcPts val="0"/>
              </a:spcBef>
              <a:spcAft>
                <a:spcPts val="0"/>
              </a:spcAft>
              <a:buClr>
                <a:schemeClr val="dk1"/>
              </a:buClr>
              <a:buSzPts val="1400"/>
              <a:buChar char="•"/>
              <a:defRPr sz="1400">
                <a:solidFill>
                  <a:schemeClr val="dk1"/>
                </a:solidFill>
              </a:defRPr>
            </a:lvl1pPr>
            <a:lvl2pPr indent="-304800" lvl="1" marL="914400">
              <a:spcBef>
                <a:spcPts val="1000"/>
              </a:spcBef>
              <a:spcAft>
                <a:spcPts val="0"/>
              </a:spcAft>
              <a:buClr>
                <a:schemeClr val="dk1"/>
              </a:buClr>
              <a:buSzPts val="1200"/>
              <a:buChar char="○"/>
              <a:defRPr>
                <a:solidFill>
                  <a:schemeClr val="dk1"/>
                </a:solidFill>
              </a:defRPr>
            </a:lvl2pPr>
            <a:lvl3pPr indent="-304800" lvl="2" marL="1371600">
              <a:spcBef>
                <a:spcPts val="1000"/>
              </a:spcBef>
              <a:spcAft>
                <a:spcPts val="0"/>
              </a:spcAft>
              <a:buClr>
                <a:schemeClr val="dk1"/>
              </a:buClr>
              <a:buSzPts val="1200"/>
              <a:buChar char="■"/>
              <a:defRPr>
                <a:solidFill>
                  <a:schemeClr val="dk1"/>
                </a:solidFill>
              </a:defRPr>
            </a:lvl3pPr>
            <a:lvl4pPr indent="-304800" lvl="3" marL="1828800">
              <a:spcBef>
                <a:spcPts val="1000"/>
              </a:spcBef>
              <a:spcAft>
                <a:spcPts val="0"/>
              </a:spcAft>
              <a:buClr>
                <a:schemeClr val="dk1"/>
              </a:buClr>
              <a:buSzPts val="1200"/>
              <a:buChar char="●"/>
              <a:defRPr>
                <a:solidFill>
                  <a:schemeClr val="dk1"/>
                </a:solidFill>
              </a:defRPr>
            </a:lvl4pPr>
            <a:lvl5pPr indent="-304800" lvl="4" marL="2286000">
              <a:spcBef>
                <a:spcPts val="1000"/>
              </a:spcBef>
              <a:spcAft>
                <a:spcPts val="0"/>
              </a:spcAft>
              <a:buClr>
                <a:schemeClr val="dk1"/>
              </a:buClr>
              <a:buSzPts val="1200"/>
              <a:buChar char="○"/>
              <a:defRPr>
                <a:solidFill>
                  <a:schemeClr val="dk1"/>
                </a:solidFill>
              </a:defRPr>
            </a:lvl5pPr>
            <a:lvl6pPr indent="-304800" lvl="5" marL="2743200">
              <a:spcBef>
                <a:spcPts val="1000"/>
              </a:spcBef>
              <a:spcAft>
                <a:spcPts val="0"/>
              </a:spcAft>
              <a:buClr>
                <a:schemeClr val="dk1"/>
              </a:buClr>
              <a:buSzPts val="1200"/>
              <a:buChar char="■"/>
              <a:defRPr>
                <a:solidFill>
                  <a:schemeClr val="dk1"/>
                </a:solidFill>
              </a:defRPr>
            </a:lvl6pPr>
            <a:lvl7pPr indent="-304800" lvl="6" marL="3200400">
              <a:spcBef>
                <a:spcPts val="1000"/>
              </a:spcBef>
              <a:spcAft>
                <a:spcPts val="0"/>
              </a:spcAft>
              <a:buClr>
                <a:schemeClr val="dk1"/>
              </a:buClr>
              <a:buSzPts val="1200"/>
              <a:buChar char="●"/>
              <a:defRPr>
                <a:solidFill>
                  <a:schemeClr val="dk1"/>
                </a:solidFill>
              </a:defRPr>
            </a:lvl7pPr>
            <a:lvl8pPr indent="-304800" lvl="7" marL="3657600">
              <a:spcBef>
                <a:spcPts val="1000"/>
              </a:spcBef>
              <a:spcAft>
                <a:spcPts val="0"/>
              </a:spcAft>
              <a:buClr>
                <a:schemeClr val="dk1"/>
              </a:buClr>
              <a:buSzPts val="1200"/>
              <a:buChar char="○"/>
              <a:defRPr>
                <a:solidFill>
                  <a:schemeClr val="dk1"/>
                </a:solidFill>
              </a:defRPr>
            </a:lvl8pPr>
            <a:lvl9pPr indent="-304800" lvl="8" marL="4114800">
              <a:spcBef>
                <a:spcPts val="1000"/>
              </a:spcBef>
              <a:spcAft>
                <a:spcPts val="1000"/>
              </a:spcAft>
              <a:buClr>
                <a:schemeClr val="dk1"/>
              </a:buClr>
              <a:buSzPts val="1200"/>
              <a:buChar char="■"/>
              <a:defRPr>
                <a:solidFill>
                  <a:schemeClr val="dk1"/>
                </a:solidFill>
              </a:defRPr>
            </a:lvl9pPr>
          </a:lstStyle>
          <a:p/>
        </p:txBody>
      </p:sp>
      <p:sp>
        <p:nvSpPr>
          <p:cNvPr id="375" name="Google Shape;375;p58"/>
          <p:cNvSpPr txBox="1"/>
          <p:nvPr>
            <p:ph idx="3" type="body"/>
          </p:nvPr>
        </p:nvSpPr>
        <p:spPr>
          <a:xfrm>
            <a:off x="6016800" y="1607925"/>
            <a:ext cx="2606100" cy="2182200"/>
          </a:xfrm>
          <a:prstGeom prst="rect">
            <a:avLst/>
          </a:prstGeom>
          <a:noFill/>
        </p:spPr>
        <p:txBody>
          <a:bodyPr anchorCtr="0" anchor="t" bIns="91425" lIns="137150" spcFirstLastPara="1" rIns="137150" wrap="square" tIns="91425">
            <a:normAutofit/>
          </a:bodyPr>
          <a:lstStyle>
            <a:lvl1pPr indent="-317500" lvl="0" marL="457200">
              <a:spcBef>
                <a:spcPts val="0"/>
              </a:spcBef>
              <a:spcAft>
                <a:spcPts val="0"/>
              </a:spcAft>
              <a:buClr>
                <a:schemeClr val="dk1"/>
              </a:buClr>
              <a:buSzPts val="1400"/>
              <a:buChar char="•"/>
              <a:defRPr sz="1400">
                <a:solidFill>
                  <a:schemeClr val="dk1"/>
                </a:solidFill>
              </a:defRPr>
            </a:lvl1pPr>
            <a:lvl2pPr indent="-304800" lvl="1" marL="914400">
              <a:spcBef>
                <a:spcPts val="1000"/>
              </a:spcBef>
              <a:spcAft>
                <a:spcPts val="0"/>
              </a:spcAft>
              <a:buClr>
                <a:schemeClr val="dk1"/>
              </a:buClr>
              <a:buSzPts val="1200"/>
              <a:buChar char="○"/>
              <a:defRPr>
                <a:solidFill>
                  <a:schemeClr val="dk1"/>
                </a:solidFill>
              </a:defRPr>
            </a:lvl2pPr>
            <a:lvl3pPr indent="-304800" lvl="2" marL="1371600">
              <a:spcBef>
                <a:spcPts val="1000"/>
              </a:spcBef>
              <a:spcAft>
                <a:spcPts val="0"/>
              </a:spcAft>
              <a:buClr>
                <a:schemeClr val="dk1"/>
              </a:buClr>
              <a:buSzPts val="1200"/>
              <a:buChar char="■"/>
              <a:defRPr>
                <a:solidFill>
                  <a:schemeClr val="dk1"/>
                </a:solidFill>
              </a:defRPr>
            </a:lvl3pPr>
            <a:lvl4pPr indent="-304800" lvl="3" marL="1828800">
              <a:spcBef>
                <a:spcPts val="1000"/>
              </a:spcBef>
              <a:spcAft>
                <a:spcPts val="0"/>
              </a:spcAft>
              <a:buClr>
                <a:schemeClr val="dk1"/>
              </a:buClr>
              <a:buSzPts val="1200"/>
              <a:buChar char="●"/>
              <a:defRPr>
                <a:solidFill>
                  <a:schemeClr val="dk1"/>
                </a:solidFill>
              </a:defRPr>
            </a:lvl4pPr>
            <a:lvl5pPr indent="-304800" lvl="4" marL="2286000">
              <a:spcBef>
                <a:spcPts val="1000"/>
              </a:spcBef>
              <a:spcAft>
                <a:spcPts val="0"/>
              </a:spcAft>
              <a:buClr>
                <a:schemeClr val="dk1"/>
              </a:buClr>
              <a:buSzPts val="1200"/>
              <a:buChar char="○"/>
              <a:defRPr>
                <a:solidFill>
                  <a:schemeClr val="dk1"/>
                </a:solidFill>
              </a:defRPr>
            </a:lvl5pPr>
            <a:lvl6pPr indent="-304800" lvl="5" marL="2743200">
              <a:spcBef>
                <a:spcPts val="1000"/>
              </a:spcBef>
              <a:spcAft>
                <a:spcPts val="0"/>
              </a:spcAft>
              <a:buClr>
                <a:schemeClr val="dk1"/>
              </a:buClr>
              <a:buSzPts val="1200"/>
              <a:buChar char="■"/>
              <a:defRPr>
                <a:solidFill>
                  <a:schemeClr val="dk1"/>
                </a:solidFill>
              </a:defRPr>
            </a:lvl6pPr>
            <a:lvl7pPr indent="-304800" lvl="6" marL="3200400">
              <a:spcBef>
                <a:spcPts val="1000"/>
              </a:spcBef>
              <a:spcAft>
                <a:spcPts val="0"/>
              </a:spcAft>
              <a:buClr>
                <a:schemeClr val="dk1"/>
              </a:buClr>
              <a:buSzPts val="1200"/>
              <a:buChar char="●"/>
              <a:defRPr>
                <a:solidFill>
                  <a:schemeClr val="dk1"/>
                </a:solidFill>
              </a:defRPr>
            </a:lvl7pPr>
            <a:lvl8pPr indent="-304800" lvl="7" marL="3657600">
              <a:spcBef>
                <a:spcPts val="1000"/>
              </a:spcBef>
              <a:spcAft>
                <a:spcPts val="0"/>
              </a:spcAft>
              <a:buClr>
                <a:schemeClr val="dk1"/>
              </a:buClr>
              <a:buSzPts val="1200"/>
              <a:buChar char="○"/>
              <a:defRPr>
                <a:solidFill>
                  <a:schemeClr val="dk1"/>
                </a:solidFill>
              </a:defRPr>
            </a:lvl8pPr>
            <a:lvl9pPr indent="-304800" lvl="8" marL="4114800">
              <a:spcBef>
                <a:spcPts val="1000"/>
              </a:spcBef>
              <a:spcAft>
                <a:spcPts val="1000"/>
              </a:spcAft>
              <a:buClr>
                <a:schemeClr val="dk1"/>
              </a:buClr>
              <a:buSzPts val="1200"/>
              <a:buChar char="■"/>
              <a:defRPr>
                <a:solidFill>
                  <a:schemeClr val="dk1"/>
                </a:solidFill>
              </a:defRPr>
            </a:lvl9pPr>
          </a:lstStyle>
          <a:p/>
        </p:txBody>
      </p:sp>
      <p:sp>
        <p:nvSpPr>
          <p:cNvPr id="376" name="Google Shape;376;p58"/>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bullet-2">
  <p:cSld name="CUSTOM_3_2_1_3">
    <p:spTree>
      <p:nvGrpSpPr>
        <p:cNvPr id="377" name="Shape 377"/>
        <p:cNvGrpSpPr/>
        <p:nvPr/>
      </p:nvGrpSpPr>
      <p:grpSpPr>
        <a:xfrm>
          <a:off x="0" y="0"/>
          <a:ext cx="0" cy="0"/>
          <a:chOff x="0" y="0"/>
          <a:chExt cx="0" cy="0"/>
        </a:xfrm>
      </p:grpSpPr>
      <p:sp>
        <p:nvSpPr>
          <p:cNvPr id="378" name="Google Shape;378;p59"/>
          <p:cNvSpPr txBox="1"/>
          <p:nvPr>
            <p:ph idx="1" type="body"/>
          </p:nvPr>
        </p:nvSpPr>
        <p:spPr>
          <a:xfrm>
            <a:off x="457200" y="1607925"/>
            <a:ext cx="2606100" cy="2182200"/>
          </a:xfrm>
          <a:prstGeom prst="rect">
            <a:avLst/>
          </a:prstGeom>
          <a:noFill/>
        </p:spPr>
        <p:txBody>
          <a:bodyPr anchorCtr="0" anchor="t" bIns="91425" lIns="137150" spcFirstLastPara="1" rIns="137150" wrap="square" tIns="91425">
            <a:normAutofit/>
          </a:bodyPr>
          <a:lstStyle>
            <a:lvl1pPr indent="-317500" lvl="0" marL="457200">
              <a:spcBef>
                <a:spcPts val="0"/>
              </a:spcBef>
              <a:spcAft>
                <a:spcPts val="0"/>
              </a:spcAft>
              <a:buClr>
                <a:schemeClr val="dk1"/>
              </a:buClr>
              <a:buSzPts val="1400"/>
              <a:buChar char="•"/>
              <a:defRPr sz="1400">
                <a:solidFill>
                  <a:schemeClr val="dk1"/>
                </a:solidFill>
              </a:defRPr>
            </a:lvl1pPr>
            <a:lvl2pPr indent="-304800" lvl="1" marL="914400">
              <a:spcBef>
                <a:spcPts val="1000"/>
              </a:spcBef>
              <a:spcAft>
                <a:spcPts val="0"/>
              </a:spcAft>
              <a:buClr>
                <a:schemeClr val="dk1"/>
              </a:buClr>
              <a:buSzPts val="1200"/>
              <a:buChar char="○"/>
              <a:defRPr>
                <a:solidFill>
                  <a:schemeClr val="dk1"/>
                </a:solidFill>
              </a:defRPr>
            </a:lvl2pPr>
            <a:lvl3pPr indent="-304800" lvl="2" marL="1371600">
              <a:spcBef>
                <a:spcPts val="1000"/>
              </a:spcBef>
              <a:spcAft>
                <a:spcPts val="0"/>
              </a:spcAft>
              <a:buClr>
                <a:schemeClr val="dk1"/>
              </a:buClr>
              <a:buSzPts val="1200"/>
              <a:buChar char="■"/>
              <a:defRPr>
                <a:solidFill>
                  <a:schemeClr val="dk1"/>
                </a:solidFill>
              </a:defRPr>
            </a:lvl3pPr>
            <a:lvl4pPr indent="-304800" lvl="3" marL="1828800">
              <a:spcBef>
                <a:spcPts val="1000"/>
              </a:spcBef>
              <a:spcAft>
                <a:spcPts val="0"/>
              </a:spcAft>
              <a:buClr>
                <a:schemeClr val="dk1"/>
              </a:buClr>
              <a:buSzPts val="1200"/>
              <a:buChar char="●"/>
              <a:defRPr>
                <a:solidFill>
                  <a:schemeClr val="dk1"/>
                </a:solidFill>
              </a:defRPr>
            </a:lvl4pPr>
            <a:lvl5pPr indent="-304800" lvl="4" marL="2286000">
              <a:spcBef>
                <a:spcPts val="1000"/>
              </a:spcBef>
              <a:spcAft>
                <a:spcPts val="0"/>
              </a:spcAft>
              <a:buClr>
                <a:schemeClr val="dk1"/>
              </a:buClr>
              <a:buSzPts val="1200"/>
              <a:buChar char="○"/>
              <a:defRPr>
                <a:solidFill>
                  <a:schemeClr val="dk1"/>
                </a:solidFill>
              </a:defRPr>
            </a:lvl5pPr>
            <a:lvl6pPr indent="-304800" lvl="5" marL="2743200">
              <a:spcBef>
                <a:spcPts val="1000"/>
              </a:spcBef>
              <a:spcAft>
                <a:spcPts val="0"/>
              </a:spcAft>
              <a:buClr>
                <a:schemeClr val="dk1"/>
              </a:buClr>
              <a:buSzPts val="1200"/>
              <a:buChar char="■"/>
              <a:defRPr>
                <a:solidFill>
                  <a:schemeClr val="dk1"/>
                </a:solidFill>
              </a:defRPr>
            </a:lvl6pPr>
            <a:lvl7pPr indent="-304800" lvl="6" marL="3200400">
              <a:spcBef>
                <a:spcPts val="1000"/>
              </a:spcBef>
              <a:spcAft>
                <a:spcPts val="0"/>
              </a:spcAft>
              <a:buClr>
                <a:schemeClr val="dk1"/>
              </a:buClr>
              <a:buSzPts val="1200"/>
              <a:buChar char="●"/>
              <a:defRPr>
                <a:solidFill>
                  <a:schemeClr val="dk1"/>
                </a:solidFill>
              </a:defRPr>
            </a:lvl7pPr>
            <a:lvl8pPr indent="-304800" lvl="7" marL="3657600">
              <a:spcBef>
                <a:spcPts val="1000"/>
              </a:spcBef>
              <a:spcAft>
                <a:spcPts val="0"/>
              </a:spcAft>
              <a:buClr>
                <a:schemeClr val="dk1"/>
              </a:buClr>
              <a:buSzPts val="1200"/>
              <a:buChar char="○"/>
              <a:defRPr>
                <a:solidFill>
                  <a:schemeClr val="dk1"/>
                </a:solidFill>
              </a:defRPr>
            </a:lvl8pPr>
            <a:lvl9pPr indent="-304800" lvl="8" marL="4114800">
              <a:spcBef>
                <a:spcPts val="1000"/>
              </a:spcBef>
              <a:spcAft>
                <a:spcPts val="1000"/>
              </a:spcAft>
              <a:buClr>
                <a:schemeClr val="dk1"/>
              </a:buClr>
              <a:buSzPts val="1200"/>
              <a:buChar char="■"/>
              <a:defRPr>
                <a:solidFill>
                  <a:schemeClr val="dk1"/>
                </a:solidFill>
              </a:defRPr>
            </a:lvl9pPr>
          </a:lstStyle>
          <a:p/>
        </p:txBody>
      </p:sp>
      <p:sp>
        <p:nvSpPr>
          <p:cNvPr id="379" name="Google Shape;379;p59"/>
          <p:cNvSpPr txBox="1"/>
          <p:nvPr>
            <p:ph idx="2" type="body"/>
          </p:nvPr>
        </p:nvSpPr>
        <p:spPr>
          <a:xfrm>
            <a:off x="3237000" y="1607925"/>
            <a:ext cx="2606100" cy="2182200"/>
          </a:xfrm>
          <a:prstGeom prst="rect">
            <a:avLst/>
          </a:prstGeom>
        </p:spPr>
        <p:txBody>
          <a:bodyPr anchorCtr="0" anchor="t" bIns="91425" lIns="137150" spcFirstLastPara="1" rIns="137150" wrap="square" tIns="91425">
            <a:normAutofit/>
          </a:bodyPr>
          <a:lstStyle>
            <a:lvl1pPr indent="-317500" lvl="0" marL="457200">
              <a:spcBef>
                <a:spcPts val="0"/>
              </a:spcBef>
              <a:spcAft>
                <a:spcPts val="0"/>
              </a:spcAft>
              <a:buClr>
                <a:schemeClr val="dk1"/>
              </a:buClr>
              <a:buSzPts val="1400"/>
              <a:buChar char="•"/>
              <a:defRPr sz="1400">
                <a:solidFill>
                  <a:schemeClr val="dk1"/>
                </a:solidFill>
              </a:defRPr>
            </a:lvl1pPr>
            <a:lvl2pPr indent="-304800" lvl="1" marL="914400">
              <a:spcBef>
                <a:spcPts val="1000"/>
              </a:spcBef>
              <a:spcAft>
                <a:spcPts val="0"/>
              </a:spcAft>
              <a:buClr>
                <a:schemeClr val="dk1"/>
              </a:buClr>
              <a:buSzPts val="1200"/>
              <a:buChar char="○"/>
              <a:defRPr>
                <a:solidFill>
                  <a:schemeClr val="dk1"/>
                </a:solidFill>
              </a:defRPr>
            </a:lvl2pPr>
            <a:lvl3pPr indent="-304800" lvl="2" marL="1371600">
              <a:spcBef>
                <a:spcPts val="1000"/>
              </a:spcBef>
              <a:spcAft>
                <a:spcPts val="0"/>
              </a:spcAft>
              <a:buClr>
                <a:schemeClr val="dk1"/>
              </a:buClr>
              <a:buSzPts val="1200"/>
              <a:buChar char="■"/>
              <a:defRPr>
                <a:solidFill>
                  <a:schemeClr val="dk1"/>
                </a:solidFill>
              </a:defRPr>
            </a:lvl3pPr>
            <a:lvl4pPr indent="-304800" lvl="3" marL="1828800">
              <a:spcBef>
                <a:spcPts val="1000"/>
              </a:spcBef>
              <a:spcAft>
                <a:spcPts val="0"/>
              </a:spcAft>
              <a:buClr>
                <a:schemeClr val="dk1"/>
              </a:buClr>
              <a:buSzPts val="1200"/>
              <a:buChar char="●"/>
              <a:defRPr>
                <a:solidFill>
                  <a:schemeClr val="dk1"/>
                </a:solidFill>
              </a:defRPr>
            </a:lvl4pPr>
            <a:lvl5pPr indent="-304800" lvl="4" marL="2286000">
              <a:spcBef>
                <a:spcPts val="1000"/>
              </a:spcBef>
              <a:spcAft>
                <a:spcPts val="0"/>
              </a:spcAft>
              <a:buClr>
                <a:schemeClr val="dk1"/>
              </a:buClr>
              <a:buSzPts val="1200"/>
              <a:buChar char="○"/>
              <a:defRPr>
                <a:solidFill>
                  <a:schemeClr val="dk1"/>
                </a:solidFill>
              </a:defRPr>
            </a:lvl5pPr>
            <a:lvl6pPr indent="-304800" lvl="5" marL="2743200">
              <a:spcBef>
                <a:spcPts val="1000"/>
              </a:spcBef>
              <a:spcAft>
                <a:spcPts val="0"/>
              </a:spcAft>
              <a:buClr>
                <a:schemeClr val="dk1"/>
              </a:buClr>
              <a:buSzPts val="1200"/>
              <a:buChar char="■"/>
              <a:defRPr>
                <a:solidFill>
                  <a:schemeClr val="dk1"/>
                </a:solidFill>
              </a:defRPr>
            </a:lvl6pPr>
            <a:lvl7pPr indent="-304800" lvl="6" marL="3200400">
              <a:spcBef>
                <a:spcPts val="1000"/>
              </a:spcBef>
              <a:spcAft>
                <a:spcPts val="0"/>
              </a:spcAft>
              <a:buClr>
                <a:schemeClr val="dk1"/>
              </a:buClr>
              <a:buSzPts val="1200"/>
              <a:buChar char="●"/>
              <a:defRPr>
                <a:solidFill>
                  <a:schemeClr val="dk1"/>
                </a:solidFill>
              </a:defRPr>
            </a:lvl7pPr>
            <a:lvl8pPr indent="-304800" lvl="7" marL="3657600">
              <a:spcBef>
                <a:spcPts val="1000"/>
              </a:spcBef>
              <a:spcAft>
                <a:spcPts val="0"/>
              </a:spcAft>
              <a:buClr>
                <a:schemeClr val="dk1"/>
              </a:buClr>
              <a:buSzPts val="1200"/>
              <a:buChar char="○"/>
              <a:defRPr>
                <a:solidFill>
                  <a:schemeClr val="dk1"/>
                </a:solidFill>
              </a:defRPr>
            </a:lvl8pPr>
            <a:lvl9pPr indent="-304800" lvl="8" marL="4114800">
              <a:spcBef>
                <a:spcPts val="1000"/>
              </a:spcBef>
              <a:spcAft>
                <a:spcPts val="1000"/>
              </a:spcAft>
              <a:buClr>
                <a:schemeClr val="dk1"/>
              </a:buClr>
              <a:buSzPts val="1200"/>
              <a:buChar char="■"/>
              <a:defRPr>
                <a:solidFill>
                  <a:schemeClr val="dk1"/>
                </a:solidFill>
              </a:defRPr>
            </a:lvl9pPr>
          </a:lstStyle>
          <a:p/>
        </p:txBody>
      </p:sp>
      <p:sp>
        <p:nvSpPr>
          <p:cNvPr id="380" name="Google Shape;380;p59"/>
          <p:cNvSpPr txBox="1"/>
          <p:nvPr>
            <p:ph idx="3" type="body"/>
          </p:nvPr>
        </p:nvSpPr>
        <p:spPr>
          <a:xfrm>
            <a:off x="6016800" y="1607925"/>
            <a:ext cx="2606100" cy="2182200"/>
          </a:xfrm>
          <a:prstGeom prst="rect">
            <a:avLst/>
          </a:prstGeom>
        </p:spPr>
        <p:txBody>
          <a:bodyPr anchorCtr="0" anchor="t" bIns="91425" lIns="137150" spcFirstLastPara="1" rIns="137150" wrap="square" tIns="91425">
            <a:normAutofit/>
          </a:bodyPr>
          <a:lstStyle>
            <a:lvl1pPr indent="-317500" lvl="0" marL="457200">
              <a:spcBef>
                <a:spcPts val="0"/>
              </a:spcBef>
              <a:spcAft>
                <a:spcPts val="0"/>
              </a:spcAft>
              <a:buClr>
                <a:schemeClr val="dk1"/>
              </a:buClr>
              <a:buSzPts val="1400"/>
              <a:buChar char="•"/>
              <a:defRPr sz="1400">
                <a:solidFill>
                  <a:schemeClr val="dk1"/>
                </a:solidFill>
              </a:defRPr>
            </a:lvl1pPr>
            <a:lvl2pPr indent="-304800" lvl="1" marL="914400">
              <a:spcBef>
                <a:spcPts val="1000"/>
              </a:spcBef>
              <a:spcAft>
                <a:spcPts val="0"/>
              </a:spcAft>
              <a:buClr>
                <a:schemeClr val="dk1"/>
              </a:buClr>
              <a:buSzPts val="1200"/>
              <a:buChar char="○"/>
              <a:defRPr>
                <a:solidFill>
                  <a:schemeClr val="dk1"/>
                </a:solidFill>
              </a:defRPr>
            </a:lvl2pPr>
            <a:lvl3pPr indent="-304800" lvl="2" marL="1371600">
              <a:spcBef>
                <a:spcPts val="1000"/>
              </a:spcBef>
              <a:spcAft>
                <a:spcPts val="0"/>
              </a:spcAft>
              <a:buClr>
                <a:schemeClr val="dk1"/>
              </a:buClr>
              <a:buSzPts val="1200"/>
              <a:buChar char="■"/>
              <a:defRPr>
                <a:solidFill>
                  <a:schemeClr val="dk1"/>
                </a:solidFill>
              </a:defRPr>
            </a:lvl3pPr>
            <a:lvl4pPr indent="-304800" lvl="3" marL="1828800">
              <a:spcBef>
                <a:spcPts val="1000"/>
              </a:spcBef>
              <a:spcAft>
                <a:spcPts val="0"/>
              </a:spcAft>
              <a:buClr>
                <a:schemeClr val="dk1"/>
              </a:buClr>
              <a:buSzPts val="1200"/>
              <a:buChar char="●"/>
              <a:defRPr>
                <a:solidFill>
                  <a:schemeClr val="dk1"/>
                </a:solidFill>
              </a:defRPr>
            </a:lvl4pPr>
            <a:lvl5pPr indent="-304800" lvl="4" marL="2286000">
              <a:spcBef>
                <a:spcPts val="1000"/>
              </a:spcBef>
              <a:spcAft>
                <a:spcPts val="0"/>
              </a:spcAft>
              <a:buClr>
                <a:schemeClr val="dk1"/>
              </a:buClr>
              <a:buSzPts val="1200"/>
              <a:buChar char="○"/>
              <a:defRPr>
                <a:solidFill>
                  <a:schemeClr val="dk1"/>
                </a:solidFill>
              </a:defRPr>
            </a:lvl5pPr>
            <a:lvl6pPr indent="-304800" lvl="5" marL="2743200">
              <a:spcBef>
                <a:spcPts val="1000"/>
              </a:spcBef>
              <a:spcAft>
                <a:spcPts val="0"/>
              </a:spcAft>
              <a:buClr>
                <a:schemeClr val="dk1"/>
              </a:buClr>
              <a:buSzPts val="1200"/>
              <a:buChar char="■"/>
              <a:defRPr>
                <a:solidFill>
                  <a:schemeClr val="dk1"/>
                </a:solidFill>
              </a:defRPr>
            </a:lvl6pPr>
            <a:lvl7pPr indent="-304800" lvl="6" marL="3200400">
              <a:spcBef>
                <a:spcPts val="1000"/>
              </a:spcBef>
              <a:spcAft>
                <a:spcPts val="0"/>
              </a:spcAft>
              <a:buClr>
                <a:schemeClr val="dk1"/>
              </a:buClr>
              <a:buSzPts val="1200"/>
              <a:buChar char="●"/>
              <a:defRPr>
                <a:solidFill>
                  <a:schemeClr val="dk1"/>
                </a:solidFill>
              </a:defRPr>
            </a:lvl7pPr>
            <a:lvl8pPr indent="-304800" lvl="7" marL="3657600">
              <a:spcBef>
                <a:spcPts val="1000"/>
              </a:spcBef>
              <a:spcAft>
                <a:spcPts val="0"/>
              </a:spcAft>
              <a:buClr>
                <a:schemeClr val="dk1"/>
              </a:buClr>
              <a:buSzPts val="1200"/>
              <a:buChar char="○"/>
              <a:defRPr>
                <a:solidFill>
                  <a:schemeClr val="dk1"/>
                </a:solidFill>
              </a:defRPr>
            </a:lvl8pPr>
            <a:lvl9pPr indent="-304800" lvl="8" marL="4114800">
              <a:spcBef>
                <a:spcPts val="1000"/>
              </a:spcBef>
              <a:spcAft>
                <a:spcPts val="1000"/>
              </a:spcAft>
              <a:buClr>
                <a:schemeClr val="dk1"/>
              </a:buClr>
              <a:buSzPts val="1200"/>
              <a:buChar char="■"/>
              <a:defRPr>
                <a:solidFill>
                  <a:schemeClr val="dk1"/>
                </a:solidFill>
              </a:defRPr>
            </a:lvl9pPr>
          </a:lstStyle>
          <a:p/>
        </p:txBody>
      </p:sp>
      <p:sp>
        <p:nvSpPr>
          <p:cNvPr id="381" name="Google Shape;381;p59"/>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4">
  <p:cSld name="CUSTOM_3_5">
    <p:spTree>
      <p:nvGrpSpPr>
        <p:cNvPr id="382" name="Shape 382"/>
        <p:cNvGrpSpPr/>
        <p:nvPr/>
      </p:nvGrpSpPr>
      <p:grpSpPr>
        <a:xfrm>
          <a:off x="0" y="0"/>
          <a:ext cx="0" cy="0"/>
          <a:chOff x="0" y="0"/>
          <a:chExt cx="0" cy="0"/>
        </a:xfrm>
      </p:grpSpPr>
      <p:sp>
        <p:nvSpPr>
          <p:cNvPr id="383" name="Google Shape;383;p60"/>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384" name="Google Shape;384;p60"/>
          <p:cNvSpPr txBox="1"/>
          <p:nvPr>
            <p:ph idx="1" type="body"/>
          </p:nvPr>
        </p:nvSpPr>
        <p:spPr>
          <a:xfrm>
            <a:off x="457200" y="1140000"/>
            <a:ext cx="8229600" cy="3429000"/>
          </a:xfrm>
          <a:prstGeom prst="rect">
            <a:avLst/>
          </a:prstGeom>
        </p:spPr>
        <p:txBody>
          <a:bodyPr anchorCtr="0" anchor="t" bIns="91425" lIns="0" spcFirstLastPara="1" rIns="91425" wrap="square" tIns="91425">
            <a:normAutofit/>
          </a:bodyPr>
          <a:lstStyle>
            <a:lvl1pPr indent="-304800" lvl="0" marL="457200">
              <a:spcBef>
                <a:spcPts val="0"/>
              </a:spcBef>
              <a:spcAft>
                <a:spcPts val="0"/>
              </a:spcAft>
              <a:buClr>
                <a:schemeClr val="dk1"/>
              </a:buClr>
              <a:buSzPts val="1200"/>
              <a:buChar char="•"/>
              <a:defRPr>
                <a:solidFill>
                  <a:schemeClr val="dk1"/>
                </a:solidFill>
              </a:defRPr>
            </a:lvl1pPr>
            <a:lvl2pPr indent="-330200" lvl="1" marL="914400">
              <a:spcBef>
                <a:spcPts val="1000"/>
              </a:spcBef>
              <a:spcAft>
                <a:spcPts val="0"/>
              </a:spcAft>
              <a:buClr>
                <a:schemeClr val="dk1"/>
              </a:buClr>
              <a:buSzPts val="1600"/>
              <a:buChar char="○"/>
              <a:defRPr sz="1600">
                <a:solidFill>
                  <a:schemeClr val="dk1"/>
                </a:solidFill>
              </a:defRPr>
            </a:lvl2pPr>
            <a:lvl3pPr indent="-330200" lvl="2" marL="1371600">
              <a:spcBef>
                <a:spcPts val="1000"/>
              </a:spcBef>
              <a:spcAft>
                <a:spcPts val="0"/>
              </a:spcAft>
              <a:buClr>
                <a:schemeClr val="dk1"/>
              </a:buClr>
              <a:buSzPts val="1600"/>
              <a:buChar char="■"/>
              <a:defRPr sz="1600">
                <a:solidFill>
                  <a:schemeClr val="dk1"/>
                </a:solidFill>
              </a:defRPr>
            </a:lvl3pPr>
            <a:lvl4pPr indent="-330200" lvl="3" marL="1828800">
              <a:spcBef>
                <a:spcPts val="1000"/>
              </a:spcBef>
              <a:spcAft>
                <a:spcPts val="0"/>
              </a:spcAft>
              <a:buClr>
                <a:schemeClr val="dk1"/>
              </a:buClr>
              <a:buSzPts val="1600"/>
              <a:buChar char="●"/>
              <a:defRPr sz="1600">
                <a:solidFill>
                  <a:schemeClr val="dk1"/>
                </a:solidFill>
              </a:defRPr>
            </a:lvl4pPr>
            <a:lvl5pPr indent="-330200" lvl="4" marL="2286000">
              <a:spcBef>
                <a:spcPts val="1000"/>
              </a:spcBef>
              <a:spcAft>
                <a:spcPts val="0"/>
              </a:spcAft>
              <a:buClr>
                <a:schemeClr val="dk1"/>
              </a:buClr>
              <a:buSzPts val="1600"/>
              <a:buChar char="○"/>
              <a:defRPr sz="1600">
                <a:solidFill>
                  <a:schemeClr val="dk1"/>
                </a:solidFill>
              </a:defRPr>
            </a:lvl5pPr>
            <a:lvl6pPr indent="-330200" lvl="5" marL="2743200">
              <a:spcBef>
                <a:spcPts val="1000"/>
              </a:spcBef>
              <a:spcAft>
                <a:spcPts val="0"/>
              </a:spcAft>
              <a:buClr>
                <a:schemeClr val="dk1"/>
              </a:buClr>
              <a:buSzPts val="1600"/>
              <a:buChar char="■"/>
              <a:defRPr sz="1600">
                <a:solidFill>
                  <a:schemeClr val="dk1"/>
                </a:solidFill>
              </a:defRPr>
            </a:lvl6pPr>
            <a:lvl7pPr indent="-330200" lvl="6" marL="3200400">
              <a:spcBef>
                <a:spcPts val="1000"/>
              </a:spcBef>
              <a:spcAft>
                <a:spcPts val="0"/>
              </a:spcAft>
              <a:buClr>
                <a:schemeClr val="dk1"/>
              </a:buClr>
              <a:buSzPts val="1600"/>
              <a:buChar char="●"/>
              <a:defRPr sz="1600">
                <a:solidFill>
                  <a:schemeClr val="dk1"/>
                </a:solidFill>
              </a:defRPr>
            </a:lvl7pPr>
            <a:lvl8pPr indent="-330200" lvl="7" marL="3657600">
              <a:spcBef>
                <a:spcPts val="1000"/>
              </a:spcBef>
              <a:spcAft>
                <a:spcPts val="0"/>
              </a:spcAft>
              <a:buClr>
                <a:schemeClr val="dk1"/>
              </a:buClr>
              <a:buSzPts val="1600"/>
              <a:buChar char="○"/>
              <a:defRPr sz="1600">
                <a:solidFill>
                  <a:schemeClr val="dk1"/>
                </a:solidFill>
              </a:defRPr>
            </a:lvl8pPr>
            <a:lvl9pPr indent="-330200" lvl="8" marL="4114800">
              <a:spcBef>
                <a:spcPts val="1000"/>
              </a:spcBef>
              <a:spcAft>
                <a:spcPts val="1000"/>
              </a:spcAft>
              <a:buClr>
                <a:schemeClr val="dk1"/>
              </a:buClr>
              <a:buSzPts val="1600"/>
              <a:buChar char="■"/>
              <a:defRPr sz="1600">
                <a:solidFill>
                  <a:schemeClr val="dk1"/>
                </a:solidFill>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5">
  <p:cSld name="CUSTOM_3_6">
    <p:spTree>
      <p:nvGrpSpPr>
        <p:cNvPr id="385" name="Shape 385"/>
        <p:cNvGrpSpPr/>
        <p:nvPr/>
      </p:nvGrpSpPr>
      <p:grpSpPr>
        <a:xfrm>
          <a:off x="0" y="0"/>
          <a:ext cx="0" cy="0"/>
          <a:chOff x="0" y="0"/>
          <a:chExt cx="0" cy="0"/>
        </a:xfrm>
      </p:grpSpPr>
      <p:sp>
        <p:nvSpPr>
          <p:cNvPr id="386" name="Google Shape;386;p61"/>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387" name="Google Shape;387;p61"/>
          <p:cNvSpPr txBox="1"/>
          <p:nvPr>
            <p:ph idx="1" type="body"/>
          </p:nvPr>
        </p:nvSpPr>
        <p:spPr>
          <a:xfrm>
            <a:off x="457200" y="1140000"/>
            <a:ext cx="8229600" cy="3429000"/>
          </a:xfrm>
          <a:prstGeom prst="rect">
            <a:avLst/>
          </a:prstGeom>
        </p:spPr>
        <p:txBody>
          <a:bodyPr anchorCtr="0" anchor="t" bIns="91425" lIns="0" spcFirstLastPara="1" rIns="91425" wrap="square" tIns="91425">
            <a:normAutofit/>
          </a:bodyPr>
          <a:lstStyle>
            <a:lvl1pPr indent="-304800" lvl="0" marL="457200">
              <a:spcBef>
                <a:spcPts val="0"/>
              </a:spcBef>
              <a:spcAft>
                <a:spcPts val="0"/>
              </a:spcAft>
              <a:buClr>
                <a:schemeClr val="dk1"/>
              </a:buClr>
              <a:buSzPts val="1200"/>
              <a:buChar char="•"/>
              <a:defRPr>
                <a:solidFill>
                  <a:schemeClr val="dk1"/>
                </a:solidFill>
              </a:defRPr>
            </a:lvl1pPr>
            <a:lvl2pPr indent="-330200" lvl="1" marL="914400">
              <a:spcBef>
                <a:spcPts val="1000"/>
              </a:spcBef>
              <a:spcAft>
                <a:spcPts val="0"/>
              </a:spcAft>
              <a:buClr>
                <a:schemeClr val="dk1"/>
              </a:buClr>
              <a:buSzPts val="1600"/>
              <a:buChar char="○"/>
              <a:defRPr sz="1600">
                <a:solidFill>
                  <a:schemeClr val="dk1"/>
                </a:solidFill>
              </a:defRPr>
            </a:lvl2pPr>
            <a:lvl3pPr indent="-330200" lvl="2" marL="1371600">
              <a:spcBef>
                <a:spcPts val="1000"/>
              </a:spcBef>
              <a:spcAft>
                <a:spcPts val="0"/>
              </a:spcAft>
              <a:buClr>
                <a:schemeClr val="dk1"/>
              </a:buClr>
              <a:buSzPts val="1600"/>
              <a:buChar char="■"/>
              <a:defRPr sz="1600">
                <a:solidFill>
                  <a:schemeClr val="dk1"/>
                </a:solidFill>
              </a:defRPr>
            </a:lvl3pPr>
            <a:lvl4pPr indent="-330200" lvl="3" marL="1828800">
              <a:spcBef>
                <a:spcPts val="1000"/>
              </a:spcBef>
              <a:spcAft>
                <a:spcPts val="0"/>
              </a:spcAft>
              <a:buClr>
                <a:schemeClr val="dk1"/>
              </a:buClr>
              <a:buSzPts val="1600"/>
              <a:buChar char="●"/>
              <a:defRPr sz="1600">
                <a:solidFill>
                  <a:schemeClr val="dk1"/>
                </a:solidFill>
              </a:defRPr>
            </a:lvl4pPr>
            <a:lvl5pPr indent="-330200" lvl="4" marL="2286000">
              <a:spcBef>
                <a:spcPts val="1000"/>
              </a:spcBef>
              <a:spcAft>
                <a:spcPts val="0"/>
              </a:spcAft>
              <a:buClr>
                <a:schemeClr val="dk1"/>
              </a:buClr>
              <a:buSzPts val="1600"/>
              <a:buChar char="○"/>
              <a:defRPr sz="1600">
                <a:solidFill>
                  <a:schemeClr val="dk1"/>
                </a:solidFill>
              </a:defRPr>
            </a:lvl5pPr>
            <a:lvl6pPr indent="-330200" lvl="5" marL="2743200">
              <a:spcBef>
                <a:spcPts val="1000"/>
              </a:spcBef>
              <a:spcAft>
                <a:spcPts val="0"/>
              </a:spcAft>
              <a:buClr>
                <a:schemeClr val="dk1"/>
              </a:buClr>
              <a:buSzPts val="1600"/>
              <a:buChar char="■"/>
              <a:defRPr sz="1600">
                <a:solidFill>
                  <a:schemeClr val="dk1"/>
                </a:solidFill>
              </a:defRPr>
            </a:lvl6pPr>
            <a:lvl7pPr indent="-330200" lvl="6" marL="3200400">
              <a:spcBef>
                <a:spcPts val="1000"/>
              </a:spcBef>
              <a:spcAft>
                <a:spcPts val="0"/>
              </a:spcAft>
              <a:buClr>
                <a:schemeClr val="dk1"/>
              </a:buClr>
              <a:buSzPts val="1600"/>
              <a:buChar char="●"/>
              <a:defRPr sz="1600">
                <a:solidFill>
                  <a:schemeClr val="dk1"/>
                </a:solidFill>
              </a:defRPr>
            </a:lvl7pPr>
            <a:lvl8pPr indent="-330200" lvl="7" marL="3657600">
              <a:spcBef>
                <a:spcPts val="1000"/>
              </a:spcBef>
              <a:spcAft>
                <a:spcPts val="0"/>
              </a:spcAft>
              <a:buClr>
                <a:schemeClr val="dk1"/>
              </a:buClr>
              <a:buSzPts val="1600"/>
              <a:buChar char="○"/>
              <a:defRPr sz="1600">
                <a:solidFill>
                  <a:schemeClr val="dk1"/>
                </a:solidFill>
              </a:defRPr>
            </a:lvl8pPr>
            <a:lvl9pPr indent="-330200" lvl="8" marL="4114800">
              <a:spcBef>
                <a:spcPts val="1000"/>
              </a:spcBef>
              <a:spcAft>
                <a:spcPts val="1000"/>
              </a:spcAft>
              <a:buClr>
                <a:schemeClr val="dk1"/>
              </a:buClr>
              <a:buSzPts val="1600"/>
              <a:buChar char="■"/>
              <a:defRPr sz="1600">
                <a:solidFill>
                  <a:schemeClr val="dk1"/>
                </a:solidFill>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6">
  <p:cSld name="CUSTOM_3_7">
    <p:spTree>
      <p:nvGrpSpPr>
        <p:cNvPr id="388" name="Shape 388"/>
        <p:cNvGrpSpPr/>
        <p:nvPr/>
      </p:nvGrpSpPr>
      <p:grpSpPr>
        <a:xfrm>
          <a:off x="0" y="0"/>
          <a:ext cx="0" cy="0"/>
          <a:chOff x="0" y="0"/>
          <a:chExt cx="0" cy="0"/>
        </a:xfrm>
      </p:grpSpPr>
      <p:sp>
        <p:nvSpPr>
          <p:cNvPr id="389" name="Google Shape;389;p62"/>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390" name="Google Shape;390;p62"/>
          <p:cNvSpPr txBox="1"/>
          <p:nvPr>
            <p:ph idx="1" type="body"/>
          </p:nvPr>
        </p:nvSpPr>
        <p:spPr>
          <a:xfrm>
            <a:off x="457200" y="1140000"/>
            <a:ext cx="8229600" cy="3429000"/>
          </a:xfrm>
          <a:prstGeom prst="rect">
            <a:avLst/>
          </a:prstGeom>
        </p:spPr>
        <p:txBody>
          <a:bodyPr anchorCtr="0" anchor="t" bIns="91425" lIns="0" spcFirstLastPara="1" rIns="91425" wrap="square" tIns="91425">
            <a:normAutofit/>
          </a:bodyPr>
          <a:lstStyle>
            <a:lvl1pPr indent="-304800" lvl="0" marL="457200">
              <a:spcBef>
                <a:spcPts val="0"/>
              </a:spcBef>
              <a:spcAft>
                <a:spcPts val="0"/>
              </a:spcAft>
              <a:buClr>
                <a:schemeClr val="dk1"/>
              </a:buClr>
              <a:buSzPts val="1200"/>
              <a:buChar char="•"/>
              <a:defRPr>
                <a:solidFill>
                  <a:schemeClr val="dk1"/>
                </a:solidFill>
              </a:defRPr>
            </a:lvl1pPr>
            <a:lvl2pPr indent="-330200" lvl="1" marL="914400">
              <a:spcBef>
                <a:spcPts val="1000"/>
              </a:spcBef>
              <a:spcAft>
                <a:spcPts val="0"/>
              </a:spcAft>
              <a:buClr>
                <a:schemeClr val="dk1"/>
              </a:buClr>
              <a:buSzPts val="1600"/>
              <a:buChar char="○"/>
              <a:defRPr sz="1600">
                <a:solidFill>
                  <a:schemeClr val="dk1"/>
                </a:solidFill>
              </a:defRPr>
            </a:lvl2pPr>
            <a:lvl3pPr indent="-330200" lvl="2" marL="1371600">
              <a:spcBef>
                <a:spcPts val="1000"/>
              </a:spcBef>
              <a:spcAft>
                <a:spcPts val="0"/>
              </a:spcAft>
              <a:buClr>
                <a:schemeClr val="dk1"/>
              </a:buClr>
              <a:buSzPts val="1600"/>
              <a:buChar char="■"/>
              <a:defRPr sz="1600">
                <a:solidFill>
                  <a:schemeClr val="dk1"/>
                </a:solidFill>
              </a:defRPr>
            </a:lvl3pPr>
            <a:lvl4pPr indent="-330200" lvl="3" marL="1828800">
              <a:spcBef>
                <a:spcPts val="1000"/>
              </a:spcBef>
              <a:spcAft>
                <a:spcPts val="0"/>
              </a:spcAft>
              <a:buClr>
                <a:schemeClr val="dk1"/>
              </a:buClr>
              <a:buSzPts val="1600"/>
              <a:buChar char="●"/>
              <a:defRPr sz="1600">
                <a:solidFill>
                  <a:schemeClr val="dk1"/>
                </a:solidFill>
              </a:defRPr>
            </a:lvl4pPr>
            <a:lvl5pPr indent="-330200" lvl="4" marL="2286000">
              <a:spcBef>
                <a:spcPts val="1000"/>
              </a:spcBef>
              <a:spcAft>
                <a:spcPts val="0"/>
              </a:spcAft>
              <a:buClr>
                <a:schemeClr val="dk1"/>
              </a:buClr>
              <a:buSzPts val="1600"/>
              <a:buChar char="○"/>
              <a:defRPr sz="1600">
                <a:solidFill>
                  <a:schemeClr val="dk1"/>
                </a:solidFill>
              </a:defRPr>
            </a:lvl5pPr>
            <a:lvl6pPr indent="-330200" lvl="5" marL="2743200">
              <a:spcBef>
                <a:spcPts val="1000"/>
              </a:spcBef>
              <a:spcAft>
                <a:spcPts val="0"/>
              </a:spcAft>
              <a:buClr>
                <a:schemeClr val="dk1"/>
              </a:buClr>
              <a:buSzPts val="1600"/>
              <a:buChar char="■"/>
              <a:defRPr sz="1600">
                <a:solidFill>
                  <a:schemeClr val="dk1"/>
                </a:solidFill>
              </a:defRPr>
            </a:lvl6pPr>
            <a:lvl7pPr indent="-330200" lvl="6" marL="3200400">
              <a:spcBef>
                <a:spcPts val="1000"/>
              </a:spcBef>
              <a:spcAft>
                <a:spcPts val="0"/>
              </a:spcAft>
              <a:buClr>
                <a:schemeClr val="dk1"/>
              </a:buClr>
              <a:buSzPts val="1600"/>
              <a:buChar char="●"/>
              <a:defRPr sz="1600">
                <a:solidFill>
                  <a:schemeClr val="dk1"/>
                </a:solidFill>
              </a:defRPr>
            </a:lvl7pPr>
            <a:lvl8pPr indent="-330200" lvl="7" marL="3657600">
              <a:spcBef>
                <a:spcPts val="1000"/>
              </a:spcBef>
              <a:spcAft>
                <a:spcPts val="0"/>
              </a:spcAft>
              <a:buClr>
                <a:schemeClr val="dk1"/>
              </a:buClr>
              <a:buSzPts val="1600"/>
              <a:buChar char="○"/>
              <a:defRPr sz="1600">
                <a:solidFill>
                  <a:schemeClr val="dk1"/>
                </a:solidFill>
              </a:defRPr>
            </a:lvl8pPr>
            <a:lvl9pPr indent="-330200" lvl="8" marL="4114800">
              <a:spcBef>
                <a:spcPts val="1000"/>
              </a:spcBef>
              <a:spcAft>
                <a:spcPts val="1000"/>
              </a:spcAft>
              <a:buClr>
                <a:schemeClr val="dk1"/>
              </a:buClr>
              <a:buSzPts val="1600"/>
              <a:buChar char="■"/>
              <a:defRPr sz="1600">
                <a:solidFill>
                  <a:schemeClr val="dk1"/>
                </a:solidFil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95" name="Shape 395"/>
        <p:cNvGrpSpPr/>
        <p:nvPr/>
      </p:nvGrpSpPr>
      <p:grpSpPr>
        <a:xfrm>
          <a:off x="0" y="0"/>
          <a:ext cx="0" cy="0"/>
          <a:chOff x="0" y="0"/>
          <a:chExt cx="0" cy="0"/>
        </a:xfrm>
      </p:grpSpPr>
      <p:sp>
        <p:nvSpPr>
          <p:cNvPr id="396" name="Google Shape;396;p64"/>
          <p:cNvSpPr txBox="1"/>
          <p:nvPr>
            <p:ph type="ctrTitle"/>
          </p:nvPr>
        </p:nvSpPr>
        <p:spPr>
          <a:xfrm>
            <a:off x="1029150" y="1563750"/>
            <a:ext cx="5715000" cy="2016000"/>
          </a:xfrm>
          <a:prstGeom prst="rect">
            <a:avLst/>
          </a:prstGeom>
        </p:spPr>
        <p:txBody>
          <a:bodyPr anchorCtr="0" anchor="ctr" bIns="91425" lIns="0" spcFirstLastPara="1" rIns="91425" wrap="square" tIns="91425">
            <a:normAutofit/>
          </a:bodyPr>
          <a:lstStyle>
            <a:lvl1pPr lvl="0">
              <a:spcBef>
                <a:spcPts val="0"/>
              </a:spcBef>
              <a:spcAft>
                <a:spcPts val="0"/>
              </a:spcAft>
              <a:buSzPts val="4000"/>
              <a:buFont typeface="Hanken Grotesk"/>
              <a:buNone/>
              <a:defRPr b="1" sz="4000">
                <a:latin typeface="Hanken Grotesk"/>
                <a:ea typeface="Hanken Grotesk"/>
                <a:cs typeface="Hanken Grotesk"/>
                <a:sym typeface="Hanken Grotesk"/>
              </a:defRPr>
            </a:lvl1pPr>
            <a:lvl2pPr lvl="1" algn="ctr">
              <a:spcBef>
                <a:spcPts val="0"/>
              </a:spcBef>
              <a:spcAft>
                <a:spcPts val="0"/>
              </a:spcAft>
              <a:buSzPts val="4000"/>
              <a:buFont typeface="Hanken Grotesk"/>
              <a:buNone/>
              <a:defRPr b="1" sz="4000">
                <a:latin typeface="Hanken Grotesk"/>
                <a:ea typeface="Hanken Grotesk"/>
                <a:cs typeface="Hanken Grotesk"/>
                <a:sym typeface="Hanken Grotesk"/>
              </a:defRPr>
            </a:lvl2pPr>
            <a:lvl3pPr lvl="2" algn="ctr">
              <a:spcBef>
                <a:spcPts val="0"/>
              </a:spcBef>
              <a:spcAft>
                <a:spcPts val="0"/>
              </a:spcAft>
              <a:buSzPts val="4000"/>
              <a:buFont typeface="Hanken Grotesk"/>
              <a:buNone/>
              <a:defRPr b="1" sz="4000">
                <a:latin typeface="Hanken Grotesk"/>
                <a:ea typeface="Hanken Grotesk"/>
                <a:cs typeface="Hanken Grotesk"/>
                <a:sym typeface="Hanken Grotesk"/>
              </a:defRPr>
            </a:lvl3pPr>
            <a:lvl4pPr lvl="3" algn="ctr">
              <a:spcBef>
                <a:spcPts val="0"/>
              </a:spcBef>
              <a:spcAft>
                <a:spcPts val="0"/>
              </a:spcAft>
              <a:buSzPts val="4000"/>
              <a:buFont typeface="Hanken Grotesk"/>
              <a:buNone/>
              <a:defRPr b="1" sz="4000">
                <a:latin typeface="Hanken Grotesk"/>
                <a:ea typeface="Hanken Grotesk"/>
                <a:cs typeface="Hanken Grotesk"/>
                <a:sym typeface="Hanken Grotesk"/>
              </a:defRPr>
            </a:lvl4pPr>
            <a:lvl5pPr lvl="4" algn="ctr">
              <a:spcBef>
                <a:spcPts val="0"/>
              </a:spcBef>
              <a:spcAft>
                <a:spcPts val="0"/>
              </a:spcAft>
              <a:buSzPts val="4000"/>
              <a:buFont typeface="Hanken Grotesk"/>
              <a:buNone/>
              <a:defRPr b="1" sz="4000">
                <a:latin typeface="Hanken Grotesk"/>
                <a:ea typeface="Hanken Grotesk"/>
                <a:cs typeface="Hanken Grotesk"/>
                <a:sym typeface="Hanken Grotesk"/>
              </a:defRPr>
            </a:lvl5pPr>
            <a:lvl6pPr lvl="5" algn="ctr">
              <a:spcBef>
                <a:spcPts val="0"/>
              </a:spcBef>
              <a:spcAft>
                <a:spcPts val="0"/>
              </a:spcAft>
              <a:buSzPts val="4000"/>
              <a:buFont typeface="Hanken Grotesk"/>
              <a:buNone/>
              <a:defRPr b="1" sz="4000">
                <a:latin typeface="Hanken Grotesk"/>
                <a:ea typeface="Hanken Grotesk"/>
                <a:cs typeface="Hanken Grotesk"/>
                <a:sym typeface="Hanken Grotesk"/>
              </a:defRPr>
            </a:lvl6pPr>
            <a:lvl7pPr lvl="6" algn="ctr">
              <a:spcBef>
                <a:spcPts val="0"/>
              </a:spcBef>
              <a:spcAft>
                <a:spcPts val="0"/>
              </a:spcAft>
              <a:buSzPts val="4000"/>
              <a:buFont typeface="Hanken Grotesk"/>
              <a:buNone/>
              <a:defRPr b="1" sz="4000">
                <a:latin typeface="Hanken Grotesk"/>
                <a:ea typeface="Hanken Grotesk"/>
                <a:cs typeface="Hanken Grotesk"/>
                <a:sym typeface="Hanken Grotesk"/>
              </a:defRPr>
            </a:lvl7pPr>
            <a:lvl8pPr lvl="7" algn="ctr">
              <a:spcBef>
                <a:spcPts val="0"/>
              </a:spcBef>
              <a:spcAft>
                <a:spcPts val="0"/>
              </a:spcAft>
              <a:buSzPts val="4000"/>
              <a:buFont typeface="Hanken Grotesk"/>
              <a:buNone/>
              <a:defRPr b="1" sz="4000">
                <a:latin typeface="Hanken Grotesk"/>
                <a:ea typeface="Hanken Grotesk"/>
                <a:cs typeface="Hanken Grotesk"/>
                <a:sym typeface="Hanken Grotesk"/>
              </a:defRPr>
            </a:lvl8pPr>
            <a:lvl9pPr lvl="8" algn="ctr">
              <a:spcBef>
                <a:spcPts val="0"/>
              </a:spcBef>
              <a:spcAft>
                <a:spcPts val="0"/>
              </a:spcAft>
              <a:buSzPts val="4000"/>
              <a:buFont typeface="Hanken Grotesk"/>
              <a:buNone/>
              <a:defRPr b="1" sz="4000">
                <a:latin typeface="Hanken Grotesk"/>
                <a:ea typeface="Hanken Grotesk"/>
                <a:cs typeface="Hanken Grotesk"/>
                <a:sym typeface="Hanken Grotesk"/>
              </a:defRPr>
            </a:lvl9pPr>
          </a:lstStyle>
          <a:p/>
        </p:txBody>
      </p:sp>
      <p:sp>
        <p:nvSpPr>
          <p:cNvPr id="397" name="Google Shape;397;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extLst>
    <p:ext uri="{DCECCB84-F9BA-43D5-87BE-67443E8EF086}">
      <p15:sldGuideLst>
        <p15:guide id="1" orient="horz" pos="1620">
          <p15:clr>
            <a:srgbClr val="E46962"/>
          </p15:clr>
        </p15:guide>
        <p15:guide id="2" pos="432">
          <p15:clr>
            <a:srgbClr val="E46962"/>
          </p15:clr>
        </p15:guide>
      </p15:sldGuideLst>
    </p:ext>
  </p:extLs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2">
    <p:spTree>
      <p:nvGrpSpPr>
        <p:cNvPr id="398" name="Shape 398"/>
        <p:cNvGrpSpPr/>
        <p:nvPr/>
      </p:nvGrpSpPr>
      <p:grpSpPr>
        <a:xfrm>
          <a:off x="0" y="0"/>
          <a:ext cx="0" cy="0"/>
          <a:chOff x="0" y="0"/>
          <a:chExt cx="0" cy="0"/>
        </a:xfrm>
      </p:grpSpPr>
      <p:sp>
        <p:nvSpPr>
          <p:cNvPr id="399" name="Google Shape;399;p65"/>
          <p:cNvSpPr txBox="1"/>
          <p:nvPr>
            <p:ph idx="1" type="body"/>
          </p:nvPr>
        </p:nvSpPr>
        <p:spPr>
          <a:xfrm>
            <a:off x="311700" y="1152475"/>
            <a:ext cx="4260600" cy="3416400"/>
          </a:xfrm>
          <a:prstGeom prst="rect">
            <a:avLst/>
          </a:prstGeom>
        </p:spPr>
        <p:txBody>
          <a:bodyPr anchorCtr="0" anchor="t" bIns="91425" lIns="0" spcFirstLastPara="1" rIns="91425" wrap="square" tIns="91425">
            <a:normAutofit/>
          </a:bodyPr>
          <a:lstStyle>
            <a:lvl1pPr indent="-304800" lvl="0" marL="457200">
              <a:spcBef>
                <a:spcPts val="0"/>
              </a:spcBef>
              <a:spcAft>
                <a:spcPts val="0"/>
              </a:spcAft>
              <a:buClr>
                <a:schemeClr val="dk1"/>
              </a:buClr>
              <a:buSzPts val="1200"/>
              <a:buChar char="•"/>
              <a:defRPr>
                <a:solidFill>
                  <a:schemeClr val="dk1"/>
                </a:solidFill>
              </a:defRPr>
            </a:lvl1pPr>
            <a:lvl2pPr indent="-330200" lvl="1" marL="914400">
              <a:spcBef>
                <a:spcPts val="1000"/>
              </a:spcBef>
              <a:spcAft>
                <a:spcPts val="0"/>
              </a:spcAft>
              <a:buClr>
                <a:schemeClr val="dk1"/>
              </a:buClr>
              <a:buSzPts val="1600"/>
              <a:buChar char="○"/>
              <a:defRPr sz="1600">
                <a:solidFill>
                  <a:schemeClr val="dk1"/>
                </a:solidFill>
              </a:defRPr>
            </a:lvl2pPr>
            <a:lvl3pPr indent="-330200" lvl="2" marL="1371600">
              <a:spcBef>
                <a:spcPts val="1000"/>
              </a:spcBef>
              <a:spcAft>
                <a:spcPts val="0"/>
              </a:spcAft>
              <a:buClr>
                <a:schemeClr val="dk1"/>
              </a:buClr>
              <a:buSzPts val="1600"/>
              <a:buChar char="■"/>
              <a:defRPr sz="1600">
                <a:solidFill>
                  <a:schemeClr val="dk1"/>
                </a:solidFill>
              </a:defRPr>
            </a:lvl3pPr>
            <a:lvl4pPr indent="-330200" lvl="3" marL="1828800">
              <a:spcBef>
                <a:spcPts val="1000"/>
              </a:spcBef>
              <a:spcAft>
                <a:spcPts val="0"/>
              </a:spcAft>
              <a:buClr>
                <a:schemeClr val="dk1"/>
              </a:buClr>
              <a:buSzPts val="1600"/>
              <a:buChar char="●"/>
              <a:defRPr sz="1600">
                <a:solidFill>
                  <a:schemeClr val="dk1"/>
                </a:solidFill>
              </a:defRPr>
            </a:lvl4pPr>
            <a:lvl5pPr indent="-330200" lvl="4" marL="2286000">
              <a:spcBef>
                <a:spcPts val="1000"/>
              </a:spcBef>
              <a:spcAft>
                <a:spcPts val="0"/>
              </a:spcAft>
              <a:buClr>
                <a:schemeClr val="dk1"/>
              </a:buClr>
              <a:buSzPts val="1600"/>
              <a:buChar char="○"/>
              <a:defRPr sz="1600">
                <a:solidFill>
                  <a:schemeClr val="dk1"/>
                </a:solidFill>
              </a:defRPr>
            </a:lvl5pPr>
            <a:lvl6pPr indent="-330200" lvl="5" marL="2743200">
              <a:spcBef>
                <a:spcPts val="1000"/>
              </a:spcBef>
              <a:spcAft>
                <a:spcPts val="0"/>
              </a:spcAft>
              <a:buClr>
                <a:schemeClr val="dk1"/>
              </a:buClr>
              <a:buSzPts val="1600"/>
              <a:buChar char="■"/>
              <a:defRPr sz="1600">
                <a:solidFill>
                  <a:schemeClr val="dk1"/>
                </a:solidFill>
              </a:defRPr>
            </a:lvl6pPr>
            <a:lvl7pPr indent="-330200" lvl="6" marL="3200400">
              <a:spcBef>
                <a:spcPts val="1000"/>
              </a:spcBef>
              <a:spcAft>
                <a:spcPts val="0"/>
              </a:spcAft>
              <a:buClr>
                <a:schemeClr val="dk1"/>
              </a:buClr>
              <a:buSzPts val="1600"/>
              <a:buChar char="●"/>
              <a:defRPr sz="1600">
                <a:solidFill>
                  <a:schemeClr val="dk1"/>
                </a:solidFill>
              </a:defRPr>
            </a:lvl7pPr>
            <a:lvl8pPr indent="-330200" lvl="7" marL="3657600">
              <a:spcBef>
                <a:spcPts val="1000"/>
              </a:spcBef>
              <a:spcAft>
                <a:spcPts val="0"/>
              </a:spcAft>
              <a:buClr>
                <a:schemeClr val="dk1"/>
              </a:buClr>
              <a:buSzPts val="1600"/>
              <a:buChar char="○"/>
              <a:defRPr sz="1600">
                <a:solidFill>
                  <a:schemeClr val="dk1"/>
                </a:solidFill>
              </a:defRPr>
            </a:lvl8pPr>
            <a:lvl9pPr indent="-330200" lvl="8" marL="4114800">
              <a:spcBef>
                <a:spcPts val="1000"/>
              </a:spcBef>
              <a:spcAft>
                <a:spcPts val="1000"/>
              </a:spcAft>
              <a:buClr>
                <a:schemeClr val="dk1"/>
              </a:buClr>
              <a:buSzPts val="1600"/>
              <a:buChar char="■"/>
              <a:defRPr sz="1600">
                <a:solidFill>
                  <a:schemeClr val="dk1"/>
                </a:solidFill>
              </a:defRPr>
            </a:lvl9pPr>
          </a:lstStyle>
          <a:p/>
        </p:txBody>
      </p:sp>
      <p:sp>
        <p:nvSpPr>
          <p:cNvPr id="400" name="Google Shape;400;p65"/>
          <p:cNvSpPr txBox="1"/>
          <p:nvPr>
            <p:ph type="title"/>
          </p:nvPr>
        </p:nvSpPr>
        <p:spPr>
          <a:xfrm>
            <a:off x="311700" y="444125"/>
            <a:ext cx="8520600" cy="475500"/>
          </a:xfrm>
          <a:prstGeom prst="rect">
            <a:avLst/>
          </a:prstGeom>
        </p:spPr>
        <p:txBody>
          <a:bodyPr anchorCtr="0" anchor="t" bIns="91425" lIns="0" spcFirstLastPara="1" rIns="91425" wrap="square" tIns="91425">
            <a:normAutofit/>
          </a:bodyPr>
          <a:lstStyle>
            <a:lvl1pPr lvl="0">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1pPr>
            <a:lvl2pPr lvl="1">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2pPr>
            <a:lvl3pPr lvl="2">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3pPr>
            <a:lvl4pPr lvl="3">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4pPr>
            <a:lvl5pPr lvl="4">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5pPr>
            <a:lvl6pPr lvl="5">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6pPr>
            <a:lvl7pPr lvl="6">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7pPr>
            <a:lvl8pPr lvl="7">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8pPr>
            <a:lvl9pPr lvl="8">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2_1">
    <p:spTree>
      <p:nvGrpSpPr>
        <p:cNvPr id="401" name="Shape 401"/>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3">
  <p:cSld name="CUSTOM_3_2_1_1_1_1_1_1">
    <p:spTree>
      <p:nvGrpSpPr>
        <p:cNvPr id="402" name="Shape 402"/>
        <p:cNvGrpSpPr/>
        <p:nvPr/>
      </p:nvGrpSpPr>
      <p:grpSpPr>
        <a:xfrm>
          <a:off x="0" y="0"/>
          <a:ext cx="0" cy="0"/>
          <a:chOff x="0" y="0"/>
          <a:chExt cx="0" cy="0"/>
        </a:xfrm>
      </p:grpSpPr>
      <p:sp>
        <p:nvSpPr>
          <p:cNvPr id="403" name="Google Shape;403;p67"/>
          <p:cNvSpPr txBox="1"/>
          <p:nvPr>
            <p:ph idx="1" type="body"/>
          </p:nvPr>
        </p:nvSpPr>
        <p:spPr>
          <a:xfrm>
            <a:off x="1754975" y="1152475"/>
            <a:ext cx="5561400" cy="10074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404" name="Google Shape;404;p67"/>
          <p:cNvSpPr txBox="1"/>
          <p:nvPr>
            <p:ph idx="2" type="body"/>
          </p:nvPr>
        </p:nvSpPr>
        <p:spPr>
          <a:xfrm>
            <a:off x="1754975" y="2400247"/>
            <a:ext cx="5561400" cy="10074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405" name="Google Shape;405;p67"/>
          <p:cNvSpPr txBox="1"/>
          <p:nvPr>
            <p:ph idx="3" type="subTitle"/>
          </p:nvPr>
        </p:nvSpPr>
        <p:spPr>
          <a:xfrm>
            <a:off x="311700" y="1152475"/>
            <a:ext cx="1297800" cy="10074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06" name="Google Shape;406;p67"/>
          <p:cNvSpPr txBox="1"/>
          <p:nvPr>
            <p:ph idx="4" type="subTitle"/>
          </p:nvPr>
        </p:nvSpPr>
        <p:spPr>
          <a:xfrm>
            <a:off x="311700" y="2400237"/>
            <a:ext cx="1297800" cy="10074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07" name="Google Shape;407;p67"/>
          <p:cNvSpPr txBox="1"/>
          <p:nvPr>
            <p:ph idx="5" type="subTitle"/>
          </p:nvPr>
        </p:nvSpPr>
        <p:spPr>
          <a:xfrm>
            <a:off x="311700" y="3648024"/>
            <a:ext cx="1297800" cy="10074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08" name="Google Shape;408;p67"/>
          <p:cNvSpPr txBox="1"/>
          <p:nvPr>
            <p:ph idx="6" type="body"/>
          </p:nvPr>
        </p:nvSpPr>
        <p:spPr>
          <a:xfrm>
            <a:off x="1754975" y="3648033"/>
            <a:ext cx="5561400" cy="10074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409" name="Google Shape;409;p67"/>
          <p:cNvSpPr txBox="1"/>
          <p:nvPr>
            <p:ph type="title"/>
          </p:nvPr>
        </p:nvSpPr>
        <p:spPr>
          <a:xfrm>
            <a:off x="311700" y="444125"/>
            <a:ext cx="8520600" cy="475500"/>
          </a:xfrm>
          <a:prstGeom prst="rect">
            <a:avLst/>
          </a:prstGeom>
        </p:spPr>
        <p:txBody>
          <a:bodyPr anchorCtr="0" anchor="t" bIns="91425" lIns="0" spcFirstLastPara="1" rIns="91425" wrap="square" tIns="91425">
            <a:normAutofit/>
          </a:bodyPr>
          <a:lstStyle>
            <a:lvl1pPr lvl="0">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1pPr>
            <a:lvl2pPr lvl="1">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2pPr>
            <a:lvl3pPr lvl="2">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3pPr>
            <a:lvl4pPr lvl="3">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4pPr>
            <a:lvl5pPr lvl="4">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5pPr>
            <a:lvl6pPr lvl="5">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6pPr>
            <a:lvl7pPr lvl="6">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7pPr>
            <a:lvl8pPr lvl="7">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8pPr>
            <a:lvl9pPr lvl="8">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3_1">
    <p:spTree>
      <p:nvGrpSpPr>
        <p:cNvPr id="410" name="Shape 410"/>
        <p:cNvGrpSpPr/>
        <p:nvPr/>
      </p:nvGrpSpPr>
      <p:grpSpPr>
        <a:xfrm>
          <a:off x="0" y="0"/>
          <a:ext cx="0" cy="0"/>
          <a:chOff x="0" y="0"/>
          <a:chExt cx="0" cy="0"/>
        </a:xfrm>
      </p:grpSpPr>
      <p:sp>
        <p:nvSpPr>
          <p:cNvPr id="411" name="Google Shape;411;p68"/>
          <p:cNvSpPr txBox="1"/>
          <p:nvPr>
            <p:ph idx="1" type="body"/>
          </p:nvPr>
        </p:nvSpPr>
        <p:spPr>
          <a:xfrm>
            <a:off x="311700" y="1834900"/>
            <a:ext cx="4189200" cy="2734200"/>
          </a:xfrm>
          <a:prstGeom prst="rect">
            <a:avLst/>
          </a:prstGeom>
        </p:spPr>
        <p:txBody>
          <a:bodyPr anchorCtr="0" anchor="t" bIns="91425" lIns="0"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412" name="Google Shape;412;p68"/>
          <p:cNvSpPr txBox="1"/>
          <p:nvPr>
            <p:ph idx="2" type="body"/>
          </p:nvPr>
        </p:nvSpPr>
        <p:spPr>
          <a:xfrm>
            <a:off x="4643150" y="1834900"/>
            <a:ext cx="4189200" cy="2734200"/>
          </a:xfrm>
          <a:prstGeom prst="rect">
            <a:avLst/>
          </a:prstGeom>
        </p:spPr>
        <p:txBody>
          <a:bodyPr anchorCtr="0" anchor="t" bIns="91425" lIns="0"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413" name="Google Shape;413;p68"/>
          <p:cNvSpPr txBox="1"/>
          <p:nvPr>
            <p:ph idx="3" type="subTitle"/>
          </p:nvPr>
        </p:nvSpPr>
        <p:spPr>
          <a:xfrm>
            <a:off x="311700" y="1164900"/>
            <a:ext cx="4189200" cy="5727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
        <p:nvSpPr>
          <p:cNvPr id="414" name="Google Shape;414;p68"/>
          <p:cNvSpPr txBox="1"/>
          <p:nvPr>
            <p:ph idx="4" type="subTitle"/>
          </p:nvPr>
        </p:nvSpPr>
        <p:spPr>
          <a:xfrm>
            <a:off x="4643150" y="1164900"/>
            <a:ext cx="4189200" cy="5727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
        <p:nvSpPr>
          <p:cNvPr id="415" name="Google Shape;415;p68"/>
          <p:cNvSpPr txBox="1"/>
          <p:nvPr>
            <p:ph type="title"/>
          </p:nvPr>
        </p:nvSpPr>
        <p:spPr>
          <a:xfrm>
            <a:off x="311700" y="445025"/>
            <a:ext cx="8520600" cy="5514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Tree>
  </p:cSld>
  <p:clrMapOvr>
    <a:masterClrMapping/>
  </p:clrMapOvr>
  <p:extLst>
    <p:ext uri="{DCECCB84-F9BA-43D5-87BE-67443E8EF086}">
      <p15:sldGuideLst>
        <p15:guide id="1" orient="horz" pos="1620">
          <p15:clr>
            <a:srgbClr val="E46962"/>
          </p15:clr>
        </p15:guide>
      </p15:sldGuideLst>
    </p:ext>
  </p:extLs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1 1">
  <p:cSld name="CUSTOM_3_2_1_1_1_1_2">
    <p:spTree>
      <p:nvGrpSpPr>
        <p:cNvPr id="416" name="Shape 416"/>
        <p:cNvGrpSpPr/>
        <p:nvPr/>
      </p:nvGrpSpPr>
      <p:grpSpPr>
        <a:xfrm>
          <a:off x="0" y="0"/>
          <a:ext cx="0" cy="0"/>
          <a:chOff x="0" y="0"/>
          <a:chExt cx="0" cy="0"/>
        </a:xfrm>
      </p:grpSpPr>
      <p:sp>
        <p:nvSpPr>
          <p:cNvPr id="417" name="Google Shape;417;p69"/>
          <p:cNvSpPr txBox="1"/>
          <p:nvPr>
            <p:ph idx="1" type="body"/>
          </p:nvPr>
        </p:nvSpPr>
        <p:spPr>
          <a:xfrm>
            <a:off x="311700" y="1810953"/>
            <a:ext cx="2023500" cy="2761200"/>
          </a:xfrm>
          <a:prstGeom prst="rect">
            <a:avLst/>
          </a:prstGeom>
          <a:noFill/>
          <a:ln>
            <a:noFill/>
          </a:ln>
        </p:spPr>
        <p:txBody>
          <a:bodyPr anchorCtr="0" anchor="t" bIns="91425" lIns="137150" spcFirstLastPara="1" rIns="137150" wrap="square" tIns="18287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418" name="Google Shape;418;p69"/>
          <p:cNvSpPr txBox="1"/>
          <p:nvPr>
            <p:ph idx="2" type="body"/>
          </p:nvPr>
        </p:nvSpPr>
        <p:spPr>
          <a:xfrm>
            <a:off x="2477483" y="1810850"/>
            <a:ext cx="2023500" cy="2761200"/>
          </a:xfrm>
          <a:prstGeom prst="rect">
            <a:avLst/>
          </a:prstGeom>
          <a:noFill/>
          <a:ln>
            <a:noFill/>
          </a:ln>
        </p:spPr>
        <p:txBody>
          <a:bodyPr anchorCtr="0" anchor="t" bIns="91425" lIns="137150" spcFirstLastPara="1" rIns="137150" wrap="square" tIns="18287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419" name="Google Shape;419;p69"/>
          <p:cNvSpPr txBox="1"/>
          <p:nvPr>
            <p:ph idx="3" type="body"/>
          </p:nvPr>
        </p:nvSpPr>
        <p:spPr>
          <a:xfrm>
            <a:off x="4643150" y="1810952"/>
            <a:ext cx="2023500" cy="2761200"/>
          </a:xfrm>
          <a:prstGeom prst="rect">
            <a:avLst/>
          </a:prstGeom>
          <a:noFill/>
          <a:ln>
            <a:noFill/>
          </a:ln>
        </p:spPr>
        <p:txBody>
          <a:bodyPr anchorCtr="0" anchor="t" bIns="91425" lIns="137150" spcFirstLastPara="1" rIns="137150" wrap="square" tIns="18287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420" name="Google Shape;420;p69"/>
          <p:cNvSpPr txBox="1"/>
          <p:nvPr>
            <p:ph idx="4" type="subTitle"/>
          </p:nvPr>
        </p:nvSpPr>
        <p:spPr>
          <a:xfrm>
            <a:off x="311700" y="1152475"/>
            <a:ext cx="2023500" cy="691500"/>
          </a:xfrm>
          <a:prstGeom prst="rect">
            <a:avLst/>
          </a:prstGeom>
        </p:spPr>
        <p:txBody>
          <a:bodyPr anchorCtr="0" anchor="t" bIns="91425" lIns="137150" spcFirstLastPara="1" rIns="137150" wrap="square" tIns="18287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21" name="Google Shape;421;p69"/>
          <p:cNvSpPr txBox="1"/>
          <p:nvPr>
            <p:ph idx="5" type="subTitle"/>
          </p:nvPr>
        </p:nvSpPr>
        <p:spPr>
          <a:xfrm>
            <a:off x="2477425" y="1152475"/>
            <a:ext cx="2023500" cy="691500"/>
          </a:xfrm>
          <a:prstGeom prst="rect">
            <a:avLst/>
          </a:prstGeom>
        </p:spPr>
        <p:txBody>
          <a:bodyPr anchorCtr="0" anchor="t" bIns="91425" lIns="137150" spcFirstLastPara="1" rIns="137150" wrap="square" tIns="18287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22" name="Google Shape;422;p69"/>
          <p:cNvSpPr txBox="1"/>
          <p:nvPr>
            <p:ph idx="6" type="subTitle"/>
          </p:nvPr>
        </p:nvSpPr>
        <p:spPr>
          <a:xfrm>
            <a:off x="4643150" y="1152475"/>
            <a:ext cx="2023500" cy="691500"/>
          </a:xfrm>
          <a:prstGeom prst="rect">
            <a:avLst/>
          </a:prstGeom>
        </p:spPr>
        <p:txBody>
          <a:bodyPr anchorCtr="0" anchor="t" bIns="91425" lIns="137150" spcFirstLastPara="1" rIns="137150" wrap="square" tIns="18287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23" name="Google Shape;423;p69"/>
          <p:cNvSpPr txBox="1"/>
          <p:nvPr>
            <p:ph idx="7" type="body"/>
          </p:nvPr>
        </p:nvSpPr>
        <p:spPr>
          <a:xfrm>
            <a:off x="6808875" y="1810952"/>
            <a:ext cx="2023500" cy="2761200"/>
          </a:xfrm>
          <a:prstGeom prst="rect">
            <a:avLst/>
          </a:prstGeom>
          <a:noFill/>
          <a:ln>
            <a:noFill/>
          </a:ln>
        </p:spPr>
        <p:txBody>
          <a:bodyPr anchorCtr="0" anchor="t" bIns="91425" lIns="137150" spcFirstLastPara="1" rIns="137150" wrap="square" tIns="18287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424" name="Google Shape;424;p69"/>
          <p:cNvSpPr txBox="1"/>
          <p:nvPr>
            <p:ph idx="8" type="subTitle"/>
          </p:nvPr>
        </p:nvSpPr>
        <p:spPr>
          <a:xfrm>
            <a:off x="6808875" y="1152475"/>
            <a:ext cx="2023500" cy="691500"/>
          </a:xfrm>
          <a:prstGeom prst="rect">
            <a:avLst/>
          </a:prstGeom>
        </p:spPr>
        <p:txBody>
          <a:bodyPr anchorCtr="0" anchor="t" bIns="91425" lIns="137150" spcFirstLastPara="1" rIns="137150" wrap="square" tIns="18287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25" name="Google Shape;425;p69"/>
          <p:cNvSpPr txBox="1"/>
          <p:nvPr>
            <p:ph type="title"/>
          </p:nvPr>
        </p:nvSpPr>
        <p:spPr>
          <a:xfrm>
            <a:off x="311700" y="445025"/>
            <a:ext cx="8520600" cy="5514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Sections">
  <p:cSld name="4-Sections">
    <p:spTree>
      <p:nvGrpSpPr>
        <p:cNvPr id="426" name="Shape 426"/>
        <p:cNvGrpSpPr/>
        <p:nvPr/>
      </p:nvGrpSpPr>
      <p:grpSpPr>
        <a:xfrm>
          <a:off x="0" y="0"/>
          <a:ext cx="0" cy="0"/>
          <a:chOff x="0" y="0"/>
          <a:chExt cx="0" cy="0"/>
        </a:xfrm>
      </p:grpSpPr>
      <p:sp>
        <p:nvSpPr>
          <p:cNvPr id="427" name="Google Shape;427;p70"/>
          <p:cNvSpPr txBox="1"/>
          <p:nvPr>
            <p:ph type="title"/>
          </p:nvPr>
        </p:nvSpPr>
        <p:spPr>
          <a:xfrm>
            <a:off x="457200" y="342900"/>
            <a:ext cx="8229600" cy="5943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428" name="Google Shape;428;p70"/>
          <p:cNvSpPr txBox="1"/>
          <p:nvPr>
            <p:ph idx="1" type="body"/>
          </p:nvPr>
        </p:nvSpPr>
        <p:spPr>
          <a:xfrm>
            <a:off x="457200" y="1876096"/>
            <a:ext cx="1982100" cy="2817900"/>
          </a:xfrm>
          <a:prstGeom prst="rect">
            <a:avLst/>
          </a:prstGeom>
          <a:noFill/>
          <a:ln>
            <a:noFill/>
          </a:ln>
        </p:spPr>
        <p:txBody>
          <a:bodyPr anchorCtr="0" anchor="t" bIns="34275" lIns="68575" spcFirstLastPara="1" rIns="68575" wrap="square" tIns="34275">
            <a:normAutofit/>
          </a:bodyPr>
          <a:lstStyle>
            <a:lvl1pPr indent="-317500" lvl="0" marL="457200" algn="l">
              <a:lnSpc>
                <a:spcPct val="150000"/>
              </a:lnSpc>
              <a:spcBef>
                <a:spcPts val="900"/>
              </a:spcBef>
              <a:spcAft>
                <a:spcPts val="0"/>
              </a:spcAft>
              <a:buClr>
                <a:schemeClr val="dk1"/>
              </a:buClr>
              <a:buSzPts val="1400"/>
              <a:buChar char="●"/>
              <a:defRPr/>
            </a:lvl1pPr>
            <a:lvl2pPr indent="-317500" lvl="1" marL="914400" algn="l">
              <a:lnSpc>
                <a:spcPct val="150000"/>
              </a:lnSpc>
              <a:spcBef>
                <a:spcPts val="1200"/>
              </a:spcBef>
              <a:spcAft>
                <a:spcPts val="0"/>
              </a:spcAft>
              <a:buClr>
                <a:schemeClr val="dk1"/>
              </a:buClr>
              <a:buSzPts val="1400"/>
              <a:buChar char="○"/>
              <a:defRPr/>
            </a:lvl2pPr>
            <a:lvl3pPr indent="-317500" lvl="2" marL="1371600" algn="l">
              <a:lnSpc>
                <a:spcPct val="150000"/>
              </a:lnSpc>
              <a:spcBef>
                <a:spcPts val="1200"/>
              </a:spcBef>
              <a:spcAft>
                <a:spcPts val="0"/>
              </a:spcAft>
              <a:buClr>
                <a:schemeClr val="dk1"/>
              </a:buClr>
              <a:buSzPts val="1400"/>
              <a:buChar char="■"/>
              <a:defRPr/>
            </a:lvl3pPr>
            <a:lvl4pPr indent="-317500" lvl="3" marL="1828800" algn="l">
              <a:lnSpc>
                <a:spcPct val="150000"/>
              </a:lnSpc>
              <a:spcBef>
                <a:spcPts val="1200"/>
              </a:spcBef>
              <a:spcAft>
                <a:spcPts val="0"/>
              </a:spcAft>
              <a:buClr>
                <a:schemeClr val="dk1"/>
              </a:buClr>
              <a:buSzPts val="1400"/>
              <a:buChar char="●"/>
              <a:defRPr/>
            </a:lvl4pPr>
            <a:lvl5pPr indent="-317500" lvl="4" marL="2286000" algn="l">
              <a:lnSpc>
                <a:spcPct val="15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429" name="Google Shape;429;p70"/>
          <p:cNvSpPr txBox="1"/>
          <p:nvPr>
            <p:ph idx="2" type="body"/>
          </p:nvPr>
        </p:nvSpPr>
        <p:spPr>
          <a:xfrm>
            <a:off x="2539746" y="1876096"/>
            <a:ext cx="1982100" cy="2817900"/>
          </a:xfrm>
          <a:prstGeom prst="rect">
            <a:avLst/>
          </a:prstGeom>
          <a:noFill/>
          <a:ln>
            <a:noFill/>
          </a:ln>
        </p:spPr>
        <p:txBody>
          <a:bodyPr anchorCtr="0" anchor="t" bIns="34275" lIns="68575" spcFirstLastPara="1" rIns="68575" wrap="square" tIns="34275">
            <a:normAutofit/>
          </a:bodyPr>
          <a:lstStyle>
            <a:lvl1pPr indent="-317500" lvl="0" marL="457200" algn="l">
              <a:lnSpc>
                <a:spcPct val="150000"/>
              </a:lnSpc>
              <a:spcBef>
                <a:spcPts val="900"/>
              </a:spcBef>
              <a:spcAft>
                <a:spcPts val="0"/>
              </a:spcAft>
              <a:buClr>
                <a:schemeClr val="dk1"/>
              </a:buClr>
              <a:buSzPts val="1400"/>
              <a:buChar char="●"/>
              <a:defRPr/>
            </a:lvl1pPr>
            <a:lvl2pPr indent="-317500" lvl="1" marL="914400" algn="l">
              <a:lnSpc>
                <a:spcPct val="150000"/>
              </a:lnSpc>
              <a:spcBef>
                <a:spcPts val="1200"/>
              </a:spcBef>
              <a:spcAft>
                <a:spcPts val="0"/>
              </a:spcAft>
              <a:buClr>
                <a:schemeClr val="dk1"/>
              </a:buClr>
              <a:buSzPts val="1400"/>
              <a:buChar char="○"/>
              <a:defRPr/>
            </a:lvl2pPr>
            <a:lvl3pPr indent="-317500" lvl="2" marL="1371600" algn="l">
              <a:lnSpc>
                <a:spcPct val="150000"/>
              </a:lnSpc>
              <a:spcBef>
                <a:spcPts val="1200"/>
              </a:spcBef>
              <a:spcAft>
                <a:spcPts val="0"/>
              </a:spcAft>
              <a:buClr>
                <a:schemeClr val="dk1"/>
              </a:buClr>
              <a:buSzPts val="1400"/>
              <a:buChar char="■"/>
              <a:defRPr/>
            </a:lvl3pPr>
            <a:lvl4pPr indent="-317500" lvl="3" marL="1828800" algn="l">
              <a:lnSpc>
                <a:spcPct val="150000"/>
              </a:lnSpc>
              <a:spcBef>
                <a:spcPts val="1200"/>
              </a:spcBef>
              <a:spcAft>
                <a:spcPts val="0"/>
              </a:spcAft>
              <a:buClr>
                <a:schemeClr val="dk1"/>
              </a:buClr>
              <a:buSzPts val="1400"/>
              <a:buChar char="●"/>
              <a:defRPr/>
            </a:lvl4pPr>
            <a:lvl5pPr indent="-317500" lvl="4" marL="2286000" algn="l">
              <a:lnSpc>
                <a:spcPct val="15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430" name="Google Shape;430;p70"/>
          <p:cNvSpPr txBox="1"/>
          <p:nvPr>
            <p:ph idx="12" type="sldNum"/>
          </p:nvPr>
        </p:nvSpPr>
        <p:spPr>
          <a:xfrm>
            <a:off x="6865620" y="4800600"/>
            <a:ext cx="1821300" cy="2406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
        <p:nvSpPr>
          <p:cNvPr id="431" name="Google Shape;431;p70"/>
          <p:cNvSpPr txBox="1"/>
          <p:nvPr>
            <p:ph idx="3" type="body"/>
          </p:nvPr>
        </p:nvSpPr>
        <p:spPr>
          <a:xfrm>
            <a:off x="457200" y="1059180"/>
            <a:ext cx="1982100" cy="7101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900"/>
              </a:spcBef>
              <a:spcAft>
                <a:spcPts val="0"/>
              </a:spcAft>
              <a:buClr>
                <a:schemeClr val="dk1"/>
              </a:buClr>
              <a:buSzPts val="1700"/>
              <a:buNone/>
              <a:defRPr b="1" sz="17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432" name="Google Shape;432;p70"/>
          <p:cNvSpPr txBox="1"/>
          <p:nvPr>
            <p:ph idx="4" type="body"/>
          </p:nvPr>
        </p:nvSpPr>
        <p:spPr>
          <a:xfrm>
            <a:off x="2539746" y="1059180"/>
            <a:ext cx="1982100" cy="7101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900"/>
              </a:spcBef>
              <a:spcAft>
                <a:spcPts val="0"/>
              </a:spcAft>
              <a:buClr>
                <a:schemeClr val="dk1"/>
              </a:buClr>
              <a:buSzPts val="1700"/>
              <a:buNone/>
              <a:defRPr b="1" sz="17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433" name="Google Shape;433;p70"/>
          <p:cNvSpPr txBox="1"/>
          <p:nvPr>
            <p:ph idx="5" type="body"/>
          </p:nvPr>
        </p:nvSpPr>
        <p:spPr>
          <a:xfrm>
            <a:off x="4622292" y="1876096"/>
            <a:ext cx="1982100" cy="2817900"/>
          </a:xfrm>
          <a:prstGeom prst="rect">
            <a:avLst/>
          </a:prstGeom>
          <a:noFill/>
          <a:ln>
            <a:noFill/>
          </a:ln>
        </p:spPr>
        <p:txBody>
          <a:bodyPr anchorCtr="0" anchor="t" bIns="34275" lIns="68575" spcFirstLastPara="1" rIns="68575" wrap="square" tIns="34275">
            <a:normAutofit/>
          </a:bodyPr>
          <a:lstStyle>
            <a:lvl1pPr indent="-317500" lvl="0" marL="457200" algn="l">
              <a:lnSpc>
                <a:spcPct val="150000"/>
              </a:lnSpc>
              <a:spcBef>
                <a:spcPts val="900"/>
              </a:spcBef>
              <a:spcAft>
                <a:spcPts val="0"/>
              </a:spcAft>
              <a:buClr>
                <a:schemeClr val="dk1"/>
              </a:buClr>
              <a:buSzPts val="1400"/>
              <a:buChar char="●"/>
              <a:defRPr/>
            </a:lvl1pPr>
            <a:lvl2pPr indent="-317500" lvl="1" marL="914400" algn="l">
              <a:lnSpc>
                <a:spcPct val="150000"/>
              </a:lnSpc>
              <a:spcBef>
                <a:spcPts val="1200"/>
              </a:spcBef>
              <a:spcAft>
                <a:spcPts val="0"/>
              </a:spcAft>
              <a:buClr>
                <a:schemeClr val="dk1"/>
              </a:buClr>
              <a:buSzPts val="1400"/>
              <a:buChar char="○"/>
              <a:defRPr/>
            </a:lvl2pPr>
            <a:lvl3pPr indent="-317500" lvl="2" marL="1371600" algn="l">
              <a:lnSpc>
                <a:spcPct val="150000"/>
              </a:lnSpc>
              <a:spcBef>
                <a:spcPts val="1200"/>
              </a:spcBef>
              <a:spcAft>
                <a:spcPts val="0"/>
              </a:spcAft>
              <a:buClr>
                <a:schemeClr val="dk1"/>
              </a:buClr>
              <a:buSzPts val="1400"/>
              <a:buChar char="■"/>
              <a:defRPr/>
            </a:lvl3pPr>
            <a:lvl4pPr indent="-317500" lvl="3" marL="1828800" algn="l">
              <a:lnSpc>
                <a:spcPct val="150000"/>
              </a:lnSpc>
              <a:spcBef>
                <a:spcPts val="1200"/>
              </a:spcBef>
              <a:spcAft>
                <a:spcPts val="0"/>
              </a:spcAft>
              <a:buClr>
                <a:schemeClr val="dk1"/>
              </a:buClr>
              <a:buSzPts val="1400"/>
              <a:buChar char="●"/>
              <a:defRPr/>
            </a:lvl4pPr>
            <a:lvl5pPr indent="-317500" lvl="4" marL="2286000" algn="l">
              <a:lnSpc>
                <a:spcPct val="15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434" name="Google Shape;434;p70"/>
          <p:cNvSpPr txBox="1"/>
          <p:nvPr>
            <p:ph idx="6" type="body"/>
          </p:nvPr>
        </p:nvSpPr>
        <p:spPr>
          <a:xfrm>
            <a:off x="6704838" y="1877673"/>
            <a:ext cx="1982100" cy="2817900"/>
          </a:xfrm>
          <a:prstGeom prst="rect">
            <a:avLst/>
          </a:prstGeom>
          <a:noFill/>
          <a:ln>
            <a:noFill/>
          </a:ln>
        </p:spPr>
        <p:txBody>
          <a:bodyPr anchorCtr="0" anchor="t" bIns="34275" lIns="68575" spcFirstLastPara="1" rIns="68575" wrap="square" tIns="34275">
            <a:normAutofit/>
          </a:bodyPr>
          <a:lstStyle>
            <a:lvl1pPr indent="-317500" lvl="0" marL="457200" algn="l">
              <a:lnSpc>
                <a:spcPct val="150000"/>
              </a:lnSpc>
              <a:spcBef>
                <a:spcPts val="900"/>
              </a:spcBef>
              <a:spcAft>
                <a:spcPts val="0"/>
              </a:spcAft>
              <a:buClr>
                <a:schemeClr val="dk1"/>
              </a:buClr>
              <a:buSzPts val="1400"/>
              <a:buChar char="●"/>
              <a:defRPr/>
            </a:lvl1pPr>
            <a:lvl2pPr indent="-317500" lvl="1" marL="914400" algn="l">
              <a:lnSpc>
                <a:spcPct val="150000"/>
              </a:lnSpc>
              <a:spcBef>
                <a:spcPts val="1200"/>
              </a:spcBef>
              <a:spcAft>
                <a:spcPts val="0"/>
              </a:spcAft>
              <a:buClr>
                <a:schemeClr val="dk1"/>
              </a:buClr>
              <a:buSzPts val="1400"/>
              <a:buChar char="○"/>
              <a:defRPr/>
            </a:lvl2pPr>
            <a:lvl3pPr indent="-317500" lvl="2" marL="1371600" algn="l">
              <a:lnSpc>
                <a:spcPct val="150000"/>
              </a:lnSpc>
              <a:spcBef>
                <a:spcPts val="1200"/>
              </a:spcBef>
              <a:spcAft>
                <a:spcPts val="0"/>
              </a:spcAft>
              <a:buClr>
                <a:schemeClr val="dk1"/>
              </a:buClr>
              <a:buSzPts val="1400"/>
              <a:buChar char="■"/>
              <a:defRPr/>
            </a:lvl3pPr>
            <a:lvl4pPr indent="-317500" lvl="3" marL="1828800" algn="l">
              <a:lnSpc>
                <a:spcPct val="150000"/>
              </a:lnSpc>
              <a:spcBef>
                <a:spcPts val="1200"/>
              </a:spcBef>
              <a:spcAft>
                <a:spcPts val="0"/>
              </a:spcAft>
              <a:buClr>
                <a:schemeClr val="dk1"/>
              </a:buClr>
              <a:buSzPts val="1400"/>
              <a:buChar char="●"/>
              <a:defRPr/>
            </a:lvl4pPr>
            <a:lvl5pPr indent="-317500" lvl="4" marL="2286000" algn="l">
              <a:lnSpc>
                <a:spcPct val="15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435" name="Google Shape;435;p70"/>
          <p:cNvSpPr txBox="1"/>
          <p:nvPr>
            <p:ph idx="7" type="body"/>
          </p:nvPr>
        </p:nvSpPr>
        <p:spPr>
          <a:xfrm>
            <a:off x="4622292" y="1059180"/>
            <a:ext cx="1982100" cy="7101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900"/>
              </a:spcBef>
              <a:spcAft>
                <a:spcPts val="0"/>
              </a:spcAft>
              <a:buClr>
                <a:schemeClr val="dk1"/>
              </a:buClr>
              <a:buSzPts val="1700"/>
              <a:buNone/>
              <a:defRPr b="1" sz="17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436" name="Google Shape;436;p70"/>
          <p:cNvSpPr txBox="1"/>
          <p:nvPr>
            <p:ph idx="8" type="body"/>
          </p:nvPr>
        </p:nvSpPr>
        <p:spPr>
          <a:xfrm>
            <a:off x="6704838" y="1059180"/>
            <a:ext cx="1982100" cy="7101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900"/>
              </a:spcBef>
              <a:spcAft>
                <a:spcPts val="0"/>
              </a:spcAft>
              <a:buClr>
                <a:schemeClr val="dk1"/>
              </a:buClr>
              <a:buSzPts val="1700"/>
              <a:buNone/>
              <a:defRPr b="1" sz="17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2">
  <p:cSld name="CUSTOM_3_1_2">
    <p:spTree>
      <p:nvGrpSpPr>
        <p:cNvPr id="437" name="Shape 437"/>
        <p:cNvGrpSpPr/>
        <p:nvPr/>
      </p:nvGrpSpPr>
      <p:grpSpPr>
        <a:xfrm>
          <a:off x="0" y="0"/>
          <a:ext cx="0" cy="0"/>
          <a:chOff x="0" y="0"/>
          <a:chExt cx="0" cy="0"/>
        </a:xfrm>
      </p:grpSpPr>
      <p:sp>
        <p:nvSpPr>
          <p:cNvPr id="438" name="Google Shape;438;p71"/>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439" name="Google Shape;439;p71"/>
          <p:cNvSpPr txBox="1"/>
          <p:nvPr>
            <p:ph idx="1" type="body"/>
          </p:nvPr>
        </p:nvSpPr>
        <p:spPr>
          <a:xfrm>
            <a:off x="457200" y="1834900"/>
            <a:ext cx="3776100" cy="2734200"/>
          </a:xfrm>
          <a:prstGeom prst="rect">
            <a:avLst/>
          </a:prstGeom>
        </p:spPr>
        <p:txBody>
          <a:bodyPr anchorCtr="0" anchor="t" bIns="91425" lIns="0"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440" name="Google Shape;440;p71"/>
          <p:cNvSpPr txBox="1"/>
          <p:nvPr>
            <p:ph idx="2" type="body"/>
          </p:nvPr>
        </p:nvSpPr>
        <p:spPr>
          <a:xfrm>
            <a:off x="4800400" y="1834900"/>
            <a:ext cx="3776100" cy="2734200"/>
          </a:xfrm>
          <a:prstGeom prst="rect">
            <a:avLst/>
          </a:prstGeom>
        </p:spPr>
        <p:txBody>
          <a:bodyPr anchorCtr="0" anchor="t" bIns="91425" lIns="0"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441" name="Google Shape;441;p71"/>
          <p:cNvSpPr txBox="1"/>
          <p:nvPr>
            <p:ph idx="3" type="subTitle"/>
          </p:nvPr>
        </p:nvSpPr>
        <p:spPr>
          <a:xfrm>
            <a:off x="457200" y="1164900"/>
            <a:ext cx="3776100" cy="5727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
        <p:nvSpPr>
          <p:cNvPr id="442" name="Google Shape;442;p71"/>
          <p:cNvSpPr txBox="1"/>
          <p:nvPr>
            <p:ph idx="4" type="subTitle"/>
          </p:nvPr>
        </p:nvSpPr>
        <p:spPr>
          <a:xfrm>
            <a:off x="4800400" y="1164900"/>
            <a:ext cx="3776100" cy="5727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Tree>
  </p:cSld>
  <p:clrMapOvr>
    <a:masterClrMapping/>
  </p:clrMapOvr>
  <p:extLst>
    <p:ext uri="{DCECCB84-F9BA-43D5-87BE-67443E8EF086}">
      <p15:sldGuideLst>
        <p15:guide id="1" orient="horz" pos="1620">
          <p15:clr>
            <a:srgbClr val="E46962"/>
          </p15:clr>
        </p15:guide>
        <p15:guide id="2" pos="2880">
          <p15:clr>
            <a:srgbClr val="E46962"/>
          </p15:clr>
        </p15:guide>
      </p15:sldGuideLst>
    </p:ext>
  </p:extLst>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443" name="Shape 443"/>
        <p:cNvGrpSpPr/>
        <p:nvPr/>
      </p:nvGrpSpPr>
      <p:grpSpPr>
        <a:xfrm>
          <a:off x="0" y="0"/>
          <a:ext cx="0" cy="0"/>
          <a:chOff x="0" y="0"/>
          <a:chExt cx="0" cy="0"/>
        </a:xfrm>
      </p:grpSpPr>
      <p:sp>
        <p:nvSpPr>
          <p:cNvPr id="444" name="Google Shape;444;p72"/>
          <p:cNvSpPr txBox="1"/>
          <p:nvPr>
            <p:ph type="title"/>
          </p:nvPr>
        </p:nvSpPr>
        <p:spPr>
          <a:xfrm>
            <a:off x="457200" y="342900"/>
            <a:ext cx="4114800" cy="5715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445" name="Google Shape;445;p72"/>
          <p:cNvSpPr txBox="1"/>
          <p:nvPr>
            <p:ph idx="10" type="dt"/>
          </p:nvPr>
        </p:nvSpPr>
        <p:spPr>
          <a:xfrm>
            <a:off x="457200" y="4800600"/>
            <a:ext cx="2229000" cy="2406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6" name="Google Shape;446;p72"/>
          <p:cNvSpPr txBox="1"/>
          <p:nvPr>
            <p:ph idx="11" type="ftr"/>
          </p:nvPr>
        </p:nvSpPr>
        <p:spPr>
          <a:xfrm>
            <a:off x="2775585" y="4800600"/>
            <a:ext cx="3592800" cy="2406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7" name="Google Shape;447;p72"/>
          <p:cNvSpPr txBox="1"/>
          <p:nvPr>
            <p:ph idx="12" type="sldNum"/>
          </p:nvPr>
        </p:nvSpPr>
        <p:spPr>
          <a:xfrm>
            <a:off x="6865620" y="4800600"/>
            <a:ext cx="1821300" cy="2406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
        <p:nvSpPr>
          <p:cNvPr id="448" name="Google Shape;448;p72"/>
          <p:cNvSpPr/>
          <p:nvPr>
            <p:ph idx="2" type="pic"/>
          </p:nvPr>
        </p:nvSpPr>
        <p:spPr>
          <a:xfrm>
            <a:off x="899232" y="1352699"/>
            <a:ext cx="1035300" cy="1035300"/>
          </a:xfrm>
          <a:prstGeom prst="ellipse">
            <a:avLst/>
          </a:prstGeom>
          <a:noFill/>
          <a:ln>
            <a:noFill/>
          </a:ln>
        </p:spPr>
      </p:sp>
      <p:sp>
        <p:nvSpPr>
          <p:cNvPr id="449" name="Google Shape;449;p72"/>
          <p:cNvSpPr txBox="1"/>
          <p:nvPr>
            <p:ph idx="1" type="body"/>
          </p:nvPr>
        </p:nvSpPr>
        <p:spPr>
          <a:xfrm>
            <a:off x="456758" y="245041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450" name="Google Shape;450;p72"/>
          <p:cNvSpPr txBox="1"/>
          <p:nvPr>
            <p:ph idx="3" type="body"/>
          </p:nvPr>
        </p:nvSpPr>
        <p:spPr>
          <a:xfrm>
            <a:off x="456758" y="2694405"/>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451" name="Google Shape;451;p72"/>
          <p:cNvSpPr txBox="1"/>
          <p:nvPr>
            <p:ph idx="4" type="body"/>
          </p:nvPr>
        </p:nvSpPr>
        <p:spPr>
          <a:xfrm>
            <a:off x="2559878" y="245041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452" name="Google Shape;452;p72"/>
          <p:cNvSpPr txBox="1"/>
          <p:nvPr>
            <p:ph idx="5" type="body"/>
          </p:nvPr>
        </p:nvSpPr>
        <p:spPr>
          <a:xfrm>
            <a:off x="2559878" y="2694405"/>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453" name="Google Shape;453;p72"/>
          <p:cNvSpPr txBox="1"/>
          <p:nvPr>
            <p:ph idx="6" type="body"/>
          </p:nvPr>
        </p:nvSpPr>
        <p:spPr>
          <a:xfrm>
            <a:off x="4662998" y="245041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454" name="Google Shape;454;p72"/>
          <p:cNvSpPr txBox="1"/>
          <p:nvPr>
            <p:ph idx="7" type="body"/>
          </p:nvPr>
        </p:nvSpPr>
        <p:spPr>
          <a:xfrm>
            <a:off x="4662998" y="2694405"/>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455" name="Google Shape;455;p72"/>
          <p:cNvSpPr txBox="1"/>
          <p:nvPr>
            <p:ph idx="8" type="body"/>
          </p:nvPr>
        </p:nvSpPr>
        <p:spPr>
          <a:xfrm>
            <a:off x="6766118" y="245041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456" name="Google Shape;456;p72"/>
          <p:cNvSpPr txBox="1"/>
          <p:nvPr>
            <p:ph idx="9" type="body"/>
          </p:nvPr>
        </p:nvSpPr>
        <p:spPr>
          <a:xfrm>
            <a:off x="6766118" y="2694405"/>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457" name="Google Shape;457;p72"/>
          <p:cNvSpPr/>
          <p:nvPr>
            <p:ph idx="13" type="pic"/>
          </p:nvPr>
        </p:nvSpPr>
        <p:spPr>
          <a:xfrm>
            <a:off x="3002352" y="1352699"/>
            <a:ext cx="1035300" cy="1035300"/>
          </a:xfrm>
          <a:prstGeom prst="ellipse">
            <a:avLst/>
          </a:prstGeom>
          <a:noFill/>
          <a:ln>
            <a:noFill/>
          </a:ln>
        </p:spPr>
      </p:sp>
      <p:sp>
        <p:nvSpPr>
          <p:cNvPr id="458" name="Google Shape;458;p72"/>
          <p:cNvSpPr/>
          <p:nvPr>
            <p:ph idx="14" type="pic"/>
          </p:nvPr>
        </p:nvSpPr>
        <p:spPr>
          <a:xfrm>
            <a:off x="5105472" y="1352699"/>
            <a:ext cx="1035300" cy="1035300"/>
          </a:xfrm>
          <a:prstGeom prst="ellipse">
            <a:avLst/>
          </a:prstGeom>
          <a:noFill/>
          <a:ln>
            <a:noFill/>
          </a:ln>
        </p:spPr>
      </p:sp>
      <p:sp>
        <p:nvSpPr>
          <p:cNvPr id="459" name="Google Shape;459;p72"/>
          <p:cNvSpPr/>
          <p:nvPr>
            <p:ph idx="15" type="pic"/>
          </p:nvPr>
        </p:nvSpPr>
        <p:spPr>
          <a:xfrm>
            <a:off x="7208592" y="1352699"/>
            <a:ext cx="1035300" cy="1035300"/>
          </a:xfrm>
          <a:prstGeom prst="ellipse">
            <a:avLst/>
          </a:prstGeom>
          <a:noFill/>
          <a:ln>
            <a:noFill/>
          </a:ln>
        </p:spPr>
      </p:sp>
      <p:sp>
        <p:nvSpPr>
          <p:cNvPr id="460" name="Google Shape;460;p72"/>
          <p:cNvSpPr/>
          <p:nvPr>
            <p:ph idx="16" type="pic"/>
          </p:nvPr>
        </p:nvSpPr>
        <p:spPr>
          <a:xfrm>
            <a:off x="899232" y="3086984"/>
            <a:ext cx="1035300" cy="1035300"/>
          </a:xfrm>
          <a:prstGeom prst="ellipse">
            <a:avLst/>
          </a:prstGeom>
          <a:noFill/>
          <a:ln>
            <a:noFill/>
          </a:ln>
        </p:spPr>
      </p:sp>
      <p:sp>
        <p:nvSpPr>
          <p:cNvPr id="461" name="Google Shape;461;p72"/>
          <p:cNvSpPr txBox="1"/>
          <p:nvPr>
            <p:ph idx="17" type="body"/>
          </p:nvPr>
        </p:nvSpPr>
        <p:spPr>
          <a:xfrm>
            <a:off x="456758" y="4184703"/>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462" name="Google Shape;462;p72"/>
          <p:cNvSpPr txBox="1"/>
          <p:nvPr>
            <p:ph idx="18" type="body"/>
          </p:nvPr>
        </p:nvSpPr>
        <p:spPr>
          <a:xfrm>
            <a:off x="456758" y="442868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463" name="Google Shape;463;p72"/>
          <p:cNvSpPr txBox="1"/>
          <p:nvPr>
            <p:ph idx="19" type="body"/>
          </p:nvPr>
        </p:nvSpPr>
        <p:spPr>
          <a:xfrm>
            <a:off x="2559878" y="4184703"/>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464" name="Google Shape;464;p72"/>
          <p:cNvSpPr txBox="1"/>
          <p:nvPr>
            <p:ph idx="20" type="body"/>
          </p:nvPr>
        </p:nvSpPr>
        <p:spPr>
          <a:xfrm>
            <a:off x="2559878" y="442868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465" name="Google Shape;465;p72"/>
          <p:cNvSpPr txBox="1"/>
          <p:nvPr>
            <p:ph idx="21" type="body"/>
          </p:nvPr>
        </p:nvSpPr>
        <p:spPr>
          <a:xfrm>
            <a:off x="4662998" y="4184703"/>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466" name="Google Shape;466;p72"/>
          <p:cNvSpPr txBox="1"/>
          <p:nvPr>
            <p:ph idx="22" type="body"/>
          </p:nvPr>
        </p:nvSpPr>
        <p:spPr>
          <a:xfrm>
            <a:off x="4662998" y="442868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467" name="Google Shape;467;p72"/>
          <p:cNvSpPr txBox="1"/>
          <p:nvPr>
            <p:ph idx="23" type="body"/>
          </p:nvPr>
        </p:nvSpPr>
        <p:spPr>
          <a:xfrm>
            <a:off x="6766118" y="4184703"/>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1" sz="12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468" name="Google Shape;468;p72"/>
          <p:cNvSpPr txBox="1"/>
          <p:nvPr>
            <p:ph idx="24" type="body"/>
          </p:nvPr>
        </p:nvSpPr>
        <p:spPr>
          <a:xfrm>
            <a:off x="6766118" y="4428689"/>
            <a:ext cx="1920300" cy="24060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900"/>
              </a:spcBef>
              <a:spcAft>
                <a:spcPts val="0"/>
              </a:spcAft>
              <a:buClr>
                <a:schemeClr val="dk1"/>
              </a:buClr>
              <a:buSzPts val="1200"/>
              <a:buNone/>
              <a:defRPr b="0" sz="1200">
                <a:latin typeface="Libre Franklin"/>
                <a:ea typeface="Libre Franklin"/>
                <a:cs typeface="Libre Franklin"/>
                <a:sym typeface="Libre Franklin"/>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469" name="Google Shape;469;p72"/>
          <p:cNvSpPr/>
          <p:nvPr>
            <p:ph idx="25" type="pic"/>
          </p:nvPr>
        </p:nvSpPr>
        <p:spPr>
          <a:xfrm>
            <a:off x="3002352" y="3086984"/>
            <a:ext cx="1035300" cy="1035300"/>
          </a:xfrm>
          <a:prstGeom prst="ellipse">
            <a:avLst/>
          </a:prstGeom>
          <a:noFill/>
          <a:ln>
            <a:noFill/>
          </a:ln>
        </p:spPr>
      </p:sp>
      <p:sp>
        <p:nvSpPr>
          <p:cNvPr id="470" name="Google Shape;470;p72"/>
          <p:cNvSpPr/>
          <p:nvPr>
            <p:ph idx="26" type="pic"/>
          </p:nvPr>
        </p:nvSpPr>
        <p:spPr>
          <a:xfrm>
            <a:off x="5105472" y="3086984"/>
            <a:ext cx="1035300" cy="1035300"/>
          </a:xfrm>
          <a:prstGeom prst="ellipse">
            <a:avLst/>
          </a:prstGeom>
          <a:noFill/>
          <a:ln>
            <a:noFill/>
          </a:ln>
        </p:spPr>
      </p:sp>
      <p:sp>
        <p:nvSpPr>
          <p:cNvPr id="471" name="Google Shape;471;p72"/>
          <p:cNvSpPr/>
          <p:nvPr>
            <p:ph idx="27" type="pic"/>
          </p:nvPr>
        </p:nvSpPr>
        <p:spPr>
          <a:xfrm>
            <a:off x="7208592" y="3086984"/>
            <a:ext cx="1035300" cy="1035300"/>
          </a:xfrm>
          <a:prstGeom prst="ellipse">
            <a:avLst/>
          </a:prstGeom>
          <a:noFill/>
          <a:ln>
            <a:noFill/>
          </a:ln>
        </p:spPr>
      </p:sp>
      <p:sp>
        <p:nvSpPr>
          <p:cNvPr id="472" name="Google Shape;472;p72"/>
          <p:cNvSpPr txBox="1"/>
          <p:nvPr>
            <p:ph idx="28" type="body"/>
          </p:nvPr>
        </p:nvSpPr>
        <p:spPr>
          <a:xfrm>
            <a:off x="4662998" y="342899"/>
            <a:ext cx="4023300" cy="947400"/>
          </a:xfrm>
          <a:prstGeom prst="rect">
            <a:avLst/>
          </a:prstGeom>
          <a:noFill/>
          <a:ln>
            <a:noFill/>
          </a:ln>
        </p:spPr>
        <p:txBody>
          <a:bodyPr anchorCtr="0" anchor="t" bIns="34275" lIns="68575" spcFirstLastPara="1" rIns="68575" wrap="square" tIns="34275">
            <a:noAutofit/>
          </a:bodyPr>
          <a:lstStyle>
            <a:lvl1pPr indent="-228600" lvl="0" marL="457200" algn="l">
              <a:lnSpc>
                <a:spcPct val="138000"/>
              </a:lnSpc>
              <a:spcBef>
                <a:spcPts val="900"/>
              </a:spcBef>
              <a:spcAft>
                <a:spcPts val="0"/>
              </a:spcAft>
              <a:buClr>
                <a:schemeClr val="dk1"/>
              </a:buClr>
              <a:buSzPts val="1100"/>
              <a:buNone/>
              <a:defRPr sz="1100">
                <a:solidFill>
                  <a:schemeClr val="dk1"/>
                </a:solidFill>
              </a:defRPr>
            </a:lvl1pPr>
            <a:lvl2pPr indent="-298450" lvl="1" marL="914400" algn="l">
              <a:lnSpc>
                <a:spcPct val="138000"/>
              </a:lnSpc>
              <a:spcBef>
                <a:spcPts val="1200"/>
              </a:spcBef>
              <a:spcAft>
                <a:spcPts val="0"/>
              </a:spcAft>
              <a:buClr>
                <a:schemeClr val="dk1"/>
              </a:buClr>
              <a:buSzPts val="1100"/>
              <a:buChar char="○"/>
              <a:defRPr sz="1100">
                <a:solidFill>
                  <a:schemeClr val="dk1"/>
                </a:solidFill>
              </a:defRPr>
            </a:lvl2pPr>
            <a:lvl3pPr indent="-298450" lvl="2" marL="1371600" algn="l">
              <a:lnSpc>
                <a:spcPct val="138000"/>
              </a:lnSpc>
              <a:spcBef>
                <a:spcPts val="1200"/>
              </a:spcBef>
              <a:spcAft>
                <a:spcPts val="0"/>
              </a:spcAft>
              <a:buClr>
                <a:schemeClr val="dk1"/>
              </a:buClr>
              <a:buSzPts val="1100"/>
              <a:buChar char="■"/>
              <a:defRPr sz="1100">
                <a:solidFill>
                  <a:schemeClr val="dk1"/>
                </a:solidFill>
              </a:defRPr>
            </a:lvl3pPr>
            <a:lvl4pPr indent="-298450" lvl="3" marL="1828800" algn="l">
              <a:lnSpc>
                <a:spcPct val="138000"/>
              </a:lnSpc>
              <a:spcBef>
                <a:spcPts val="1200"/>
              </a:spcBef>
              <a:spcAft>
                <a:spcPts val="0"/>
              </a:spcAft>
              <a:buClr>
                <a:schemeClr val="dk1"/>
              </a:buClr>
              <a:buSzPts val="1100"/>
              <a:buChar char="●"/>
              <a:defRPr sz="1100">
                <a:solidFill>
                  <a:schemeClr val="dk1"/>
                </a:solidFill>
              </a:defRPr>
            </a:lvl4pPr>
            <a:lvl5pPr indent="-298450" lvl="4" marL="2286000" algn="l">
              <a:lnSpc>
                <a:spcPct val="138000"/>
              </a:lnSpc>
              <a:spcBef>
                <a:spcPts val="1200"/>
              </a:spcBef>
              <a:spcAft>
                <a:spcPts val="0"/>
              </a:spcAft>
              <a:buClr>
                <a:schemeClr val="dk1"/>
              </a:buClr>
              <a:buSzPts val="1100"/>
              <a:buChar char="○"/>
              <a:defRPr sz="1100">
                <a:solidFill>
                  <a:schemeClr val="dk1"/>
                </a:solidFill>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3_2">
    <p:spTree>
      <p:nvGrpSpPr>
        <p:cNvPr id="473" name="Shape 473"/>
        <p:cNvGrpSpPr/>
        <p:nvPr/>
      </p:nvGrpSpPr>
      <p:grpSpPr>
        <a:xfrm>
          <a:off x="0" y="0"/>
          <a:ext cx="0" cy="0"/>
          <a:chOff x="0" y="0"/>
          <a:chExt cx="0" cy="0"/>
        </a:xfrm>
      </p:grpSpPr>
      <p:sp>
        <p:nvSpPr>
          <p:cNvPr id="474" name="Google Shape;474;p73"/>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475" name="Google Shape;475;p73"/>
          <p:cNvSpPr txBox="1"/>
          <p:nvPr>
            <p:ph idx="1" type="body"/>
          </p:nvPr>
        </p:nvSpPr>
        <p:spPr>
          <a:xfrm>
            <a:off x="457200" y="1140000"/>
            <a:ext cx="8229600" cy="3429000"/>
          </a:xfrm>
          <a:prstGeom prst="rect">
            <a:avLst/>
          </a:prstGeom>
        </p:spPr>
        <p:txBody>
          <a:bodyPr anchorCtr="0" anchor="t" bIns="91425" lIns="0" spcFirstLastPara="1" rIns="91425" wrap="square" tIns="91425">
            <a:normAutofit/>
          </a:bodyPr>
          <a:lstStyle>
            <a:lvl1pPr indent="-304800" lvl="0" marL="457200">
              <a:spcBef>
                <a:spcPts val="0"/>
              </a:spcBef>
              <a:spcAft>
                <a:spcPts val="0"/>
              </a:spcAft>
              <a:buClr>
                <a:schemeClr val="dk1"/>
              </a:buClr>
              <a:buSzPts val="1200"/>
              <a:buChar char="•"/>
              <a:defRPr>
                <a:solidFill>
                  <a:schemeClr val="dk1"/>
                </a:solidFill>
              </a:defRPr>
            </a:lvl1pPr>
            <a:lvl2pPr indent="-330200" lvl="1" marL="914400">
              <a:spcBef>
                <a:spcPts val="1000"/>
              </a:spcBef>
              <a:spcAft>
                <a:spcPts val="0"/>
              </a:spcAft>
              <a:buClr>
                <a:schemeClr val="dk1"/>
              </a:buClr>
              <a:buSzPts val="1600"/>
              <a:buChar char="○"/>
              <a:defRPr sz="1600">
                <a:solidFill>
                  <a:schemeClr val="dk1"/>
                </a:solidFill>
              </a:defRPr>
            </a:lvl2pPr>
            <a:lvl3pPr indent="-330200" lvl="2" marL="1371600">
              <a:spcBef>
                <a:spcPts val="1000"/>
              </a:spcBef>
              <a:spcAft>
                <a:spcPts val="0"/>
              </a:spcAft>
              <a:buClr>
                <a:schemeClr val="dk1"/>
              </a:buClr>
              <a:buSzPts val="1600"/>
              <a:buChar char="■"/>
              <a:defRPr sz="1600">
                <a:solidFill>
                  <a:schemeClr val="dk1"/>
                </a:solidFill>
              </a:defRPr>
            </a:lvl3pPr>
            <a:lvl4pPr indent="-330200" lvl="3" marL="1828800">
              <a:spcBef>
                <a:spcPts val="1000"/>
              </a:spcBef>
              <a:spcAft>
                <a:spcPts val="0"/>
              </a:spcAft>
              <a:buClr>
                <a:schemeClr val="dk1"/>
              </a:buClr>
              <a:buSzPts val="1600"/>
              <a:buChar char="●"/>
              <a:defRPr sz="1600">
                <a:solidFill>
                  <a:schemeClr val="dk1"/>
                </a:solidFill>
              </a:defRPr>
            </a:lvl4pPr>
            <a:lvl5pPr indent="-330200" lvl="4" marL="2286000">
              <a:spcBef>
                <a:spcPts val="1000"/>
              </a:spcBef>
              <a:spcAft>
                <a:spcPts val="0"/>
              </a:spcAft>
              <a:buClr>
                <a:schemeClr val="dk1"/>
              </a:buClr>
              <a:buSzPts val="1600"/>
              <a:buChar char="○"/>
              <a:defRPr sz="1600">
                <a:solidFill>
                  <a:schemeClr val="dk1"/>
                </a:solidFill>
              </a:defRPr>
            </a:lvl5pPr>
            <a:lvl6pPr indent="-330200" lvl="5" marL="2743200">
              <a:spcBef>
                <a:spcPts val="1000"/>
              </a:spcBef>
              <a:spcAft>
                <a:spcPts val="0"/>
              </a:spcAft>
              <a:buClr>
                <a:schemeClr val="dk1"/>
              </a:buClr>
              <a:buSzPts val="1600"/>
              <a:buChar char="■"/>
              <a:defRPr sz="1600">
                <a:solidFill>
                  <a:schemeClr val="dk1"/>
                </a:solidFill>
              </a:defRPr>
            </a:lvl6pPr>
            <a:lvl7pPr indent="-330200" lvl="6" marL="3200400">
              <a:spcBef>
                <a:spcPts val="1000"/>
              </a:spcBef>
              <a:spcAft>
                <a:spcPts val="0"/>
              </a:spcAft>
              <a:buClr>
                <a:schemeClr val="dk1"/>
              </a:buClr>
              <a:buSzPts val="1600"/>
              <a:buChar char="●"/>
              <a:defRPr sz="1600">
                <a:solidFill>
                  <a:schemeClr val="dk1"/>
                </a:solidFill>
              </a:defRPr>
            </a:lvl7pPr>
            <a:lvl8pPr indent="-330200" lvl="7" marL="3657600">
              <a:spcBef>
                <a:spcPts val="1000"/>
              </a:spcBef>
              <a:spcAft>
                <a:spcPts val="0"/>
              </a:spcAft>
              <a:buClr>
                <a:schemeClr val="dk1"/>
              </a:buClr>
              <a:buSzPts val="1600"/>
              <a:buChar char="○"/>
              <a:defRPr sz="1600">
                <a:solidFill>
                  <a:schemeClr val="dk1"/>
                </a:solidFill>
              </a:defRPr>
            </a:lvl8pPr>
            <a:lvl9pPr indent="-330200" lvl="8" marL="4114800">
              <a:spcBef>
                <a:spcPts val="1000"/>
              </a:spcBef>
              <a:spcAft>
                <a:spcPts val="1000"/>
              </a:spcAft>
              <a:buClr>
                <a:schemeClr val="dk1"/>
              </a:buClr>
              <a:buSzPts val="1600"/>
              <a:buChar char="■"/>
              <a:defRPr sz="1600">
                <a:solidFill>
                  <a:schemeClr val="dk1"/>
                </a:solidFill>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2">
  <p:cSld name="CUSTOM_3_3">
    <p:spTree>
      <p:nvGrpSpPr>
        <p:cNvPr id="476" name="Shape 476"/>
        <p:cNvGrpSpPr/>
        <p:nvPr/>
      </p:nvGrpSpPr>
      <p:grpSpPr>
        <a:xfrm>
          <a:off x="0" y="0"/>
          <a:ext cx="0" cy="0"/>
          <a:chOff x="0" y="0"/>
          <a:chExt cx="0" cy="0"/>
        </a:xfrm>
      </p:grpSpPr>
      <p:sp>
        <p:nvSpPr>
          <p:cNvPr id="477" name="Google Shape;477;p74"/>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478" name="Google Shape;478;p74"/>
          <p:cNvSpPr txBox="1"/>
          <p:nvPr>
            <p:ph idx="1" type="body"/>
          </p:nvPr>
        </p:nvSpPr>
        <p:spPr>
          <a:xfrm>
            <a:off x="457200" y="1140000"/>
            <a:ext cx="8229600" cy="3429000"/>
          </a:xfrm>
          <a:prstGeom prst="rect">
            <a:avLst/>
          </a:prstGeom>
        </p:spPr>
        <p:txBody>
          <a:bodyPr anchorCtr="0" anchor="t" bIns="91425" lIns="0" spcFirstLastPara="1" rIns="91425" wrap="square" tIns="91425">
            <a:normAutofit/>
          </a:bodyPr>
          <a:lstStyle>
            <a:lvl1pPr indent="-304800" lvl="0" marL="457200">
              <a:spcBef>
                <a:spcPts val="0"/>
              </a:spcBef>
              <a:spcAft>
                <a:spcPts val="0"/>
              </a:spcAft>
              <a:buClr>
                <a:schemeClr val="dk1"/>
              </a:buClr>
              <a:buSzPts val="1200"/>
              <a:buChar char="•"/>
              <a:defRPr>
                <a:solidFill>
                  <a:schemeClr val="dk1"/>
                </a:solidFill>
              </a:defRPr>
            </a:lvl1pPr>
            <a:lvl2pPr indent="-330200" lvl="1" marL="914400">
              <a:spcBef>
                <a:spcPts val="1000"/>
              </a:spcBef>
              <a:spcAft>
                <a:spcPts val="0"/>
              </a:spcAft>
              <a:buClr>
                <a:schemeClr val="dk1"/>
              </a:buClr>
              <a:buSzPts val="1600"/>
              <a:buChar char="○"/>
              <a:defRPr sz="1600">
                <a:solidFill>
                  <a:schemeClr val="dk1"/>
                </a:solidFill>
              </a:defRPr>
            </a:lvl2pPr>
            <a:lvl3pPr indent="-330200" lvl="2" marL="1371600">
              <a:spcBef>
                <a:spcPts val="1000"/>
              </a:spcBef>
              <a:spcAft>
                <a:spcPts val="0"/>
              </a:spcAft>
              <a:buClr>
                <a:schemeClr val="dk1"/>
              </a:buClr>
              <a:buSzPts val="1600"/>
              <a:buChar char="■"/>
              <a:defRPr sz="1600">
                <a:solidFill>
                  <a:schemeClr val="dk1"/>
                </a:solidFill>
              </a:defRPr>
            </a:lvl3pPr>
            <a:lvl4pPr indent="-330200" lvl="3" marL="1828800">
              <a:spcBef>
                <a:spcPts val="1000"/>
              </a:spcBef>
              <a:spcAft>
                <a:spcPts val="0"/>
              </a:spcAft>
              <a:buClr>
                <a:schemeClr val="dk1"/>
              </a:buClr>
              <a:buSzPts val="1600"/>
              <a:buChar char="●"/>
              <a:defRPr sz="1600">
                <a:solidFill>
                  <a:schemeClr val="dk1"/>
                </a:solidFill>
              </a:defRPr>
            </a:lvl4pPr>
            <a:lvl5pPr indent="-330200" lvl="4" marL="2286000">
              <a:spcBef>
                <a:spcPts val="1000"/>
              </a:spcBef>
              <a:spcAft>
                <a:spcPts val="0"/>
              </a:spcAft>
              <a:buClr>
                <a:schemeClr val="dk1"/>
              </a:buClr>
              <a:buSzPts val="1600"/>
              <a:buChar char="○"/>
              <a:defRPr sz="1600">
                <a:solidFill>
                  <a:schemeClr val="dk1"/>
                </a:solidFill>
              </a:defRPr>
            </a:lvl5pPr>
            <a:lvl6pPr indent="-330200" lvl="5" marL="2743200">
              <a:spcBef>
                <a:spcPts val="1000"/>
              </a:spcBef>
              <a:spcAft>
                <a:spcPts val="0"/>
              </a:spcAft>
              <a:buClr>
                <a:schemeClr val="dk1"/>
              </a:buClr>
              <a:buSzPts val="1600"/>
              <a:buChar char="■"/>
              <a:defRPr sz="1600">
                <a:solidFill>
                  <a:schemeClr val="dk1"/>
                </a:solidFill>
              </a:defRPr>
            </a:lvl6pPr>
            <a:lvl7pPr indent="-330200" lvl="6" marL="3200400">
              <a:spcBef>
                <a:spcPts val="1000"/>
              </a:spcBef>
              <a:spcAft>
                <a:spcPts val="0"/>
              </a:spcAft>
              <a:buClr>
                <a:schemeClr val="dk1"/>
              </a:buClr>
              <a:buSzPts val="1600"/>
              <a:buChar char="●"/>
              <a:defRPr sz="1600">
                <a:solidFill>
                  <a:schemeClr val="dk1"/>
                </a:solidFill>
              </a:defRPr>
            </a:lvl7pPr>
            <a:lvl8pPr indent="-330200" lvl="7" marL="3657600">
              <a:spcBef>
                <a:spcPts val="1000"/>
              </a:spcBef>
              <a:spcAft>
                <a:spcPts val="0"/>
              </a:spcAft>
              <a:buClr>
                <a:schemeClr val="dk1"/>
              </a:buClr>
              <a:buSzPts val="1600"/>
              <a:buChar char="○"/>
              <a:defRPr sz="1600">
                <a:solidFill>
                  <a:schemeClr val="dk1"/>
                </a:solidFill>
              </a:defRPr>
            </a:lvl8pPr>
            <a:lvl9pPr indent="-330200" lvl="8" marL="4114800">
              <a:spcBef>
                <a:spcPts val="1000"/>
              </a:spcBef>
              <a:spcAft>
                <a:spcPts val="1000"/>
              </a:spcAft>
              <a:buClr>
                <a:schemeClr val="dk1"/>
              </a:buClr>
              <a:buSzPts val="1600"/>
              <a:buChar char="■"/>
              <a:defRPr sz="1600">
                <a:solidFill>
                  <a:schemeClr val="dk1"/>
                </a:solidFill>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1">
  <p:cSld name="CUSTOM_3_1_3">
    <p:spTree>
      <p:nvGrpSpPr>
        <p:cNvPr id="479" name="Shape 479"/>
        <p:cNvGrpSpPr/>
        <p:nvPr/>
      </p:nvGrpSpPr>
      <p:grpSpPr>
        <a:xfrm>
          <a:off x="0" y="0"/>
          <a:ext cx="0" cy="0"/>
          <a:chOff x="0" y="0"/>
          <a:chExt cx="0" cy="0"/>
        </a:xfrm>
      </p:grpSpPr>
      <p:sp>
        <p:nvSpPr>
          <p:cNvPr id="480" name="Google Shape;480;p75"/>
          <p:cNvSpPr txBox="1"/>
          <p:nvPr>
            <p:ph type="title"/>
          </p:nvPr>
        </p:nvSpPr>
        <p:spPr>
          <a:xfrm>
            <a:off x="457200" y="4462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481" name="Google Shape;481;p75"/>
          <p:cNvSpPr txBox="1"/>
          <p:nvPr>
            <p:ph idx="1" type="body"/>
          </p:nvPr>
        </p:nvSpPr>
        <p:spPr>
          <a:xfrm>
            <a:off x="457200" y="1834900"/>
            <a:ext cx="3776100" cy="2734200"/>
          </a:xfrm>
          <a:prstGeom prst="rect">
            <a:avLst/>
          </a:prstGeom>
        </p:spPr>
        <p:txBody>
          <a:bodyPr anchorCtr="0" anchor="t" bIns="91425" lIns="0"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482" name="Google Shape;482;p75"/>
          <p:cNvSpPr txBox="1"/>
          <p:nvPr>
            <p:ph idx="2" type="body"/>
          </p:nvPr>
        </p:nvSpPr>
        <p:spPr>
          <a:xfrm>
            <a:off x="4800400" y="1834900"/>
            <a:ext cx="3776100" cy="2734200"/>
          </a:xfrm>
          <a:prstGeom prst="rect">
            <a:avLst/>
          </a:prstGeom>
        </p:spPr>
        <p:txBody>
          <a:bodyPr anchorCtr="0" anchor="t" bIns="91425" lIns="0"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483" name="Google Shape;483;p75"/>
          <p:cNvSpPr txBox="1"/>
          <p:nvPr>
            <p:ph idx="3" type="subTitle"/>
          </p:nvPr>
        </p:nvSpPr>
        <p:spPr>
          <a:xfrm>
            <a:off x="457200" y="1164900"/>
            <a:ext cx="3776100" cy="5727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
        <p:nvSpPr>
          <p:cNvPr id="484" name="Google Shape;484;p75"/>
          <p:cNvSpPr txBox="1"/>
          <p:nvPr>
            <p:ph idx="4" type="subTitle"/>
          </p:nvPr>
        </p:nvSpPr>
        <p:spPr>
          <a:xfrm>
            <a:off x="4800400" y="1164900"/>
            <a:ext cx="3776100" cy="5727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Tree>
  </p:cSld>
  <p:clrMapOvr>
    <a:masterClrMapping/>
  </p:clrMapOvr>
  <p:extLst>
    <p:ext uri="{DCECCB84-F9BA-43D5-87BE-67443E8EF086}">
      <p15:sldGuideLst>
        <p15:guide id="1" orient="horz" pos="1620">
          <p15:clr>
            <a:srgbClr val="E46962"/>
          </p15:clr>
        </p15:guide>
      </p15:sldGuideLst>
    </p:ext>
  </p:extLs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7">
  <p:cSld name="CUSTOM_3_8">
    <p:spTree>
      <p:nvGrpSpPr>
        <p:cNvPr id="485" name="Shape 485"/>
        <p:cNvGrpSpPr/>
        <p:nvPr/>
      </p:nvGrpSpPr>
      <p:grpSpPr>
        <a:xfrm>
          <a:off x="0" y="0"/>
          <a:ext cx="0" cy="0"/>
          <a:chOff x="0" y="0"/>
          <a:chExt cx="0" cy="0"/>
        </a:xfrm>
      </p:grpSpPr>
      <p:sp>
        <p:nvSpPr>
          <p:cNvPr id="486" name="Google Shape;486;p76"/>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487" name="Google Shape;487;p76"/>
          <p:cNvSpPr txBox="1"/>
          <p:nvPr>
            <p:ph idx="1" type="body"/>
          </p:nvPr>
        </p:nvSpPr>
        <p:spPr>
          <a:xfrm>
            <a:off x="457200" y="1140000"/>
            <a:ext cx="8229600" cy="3429000"/>
          </a:xfrm>
          <a:prstGeom prst="rect">
            <a:avLst/>
          </a:prstGeom>
        </p:spPr>
        <p:txBody>
          <a:bodyPr anchorCtr="0" anchor="t" bIns="91425" lIns="0" spcFirstLastPara="1" rIns="91425" wrap="square" tIns="91425">
            <a:normAutofit/>
          </a:bodyPr>
          <a:lstStyle>
            <a:lvl1pPr indent="-304800" lvl="0" marL="457200">
              <a:spcBef>
                <a:spcPts val="0"/>
              </a:spcBef>
              <a:spcAft>
                <a:spcPts val="0"/>
              </a:spcAft>
              <a:buClr>
                <a:schemeClr val="dk1"/>
              </a:buClr>
              <a:buSzPts val="1200"/>
              <a:buChar char="•"/>
              <a:defRPr>
                <a:solidFill>
                  <a:schemeClr val="dk1"/>
                </a:solidFill>
              </a:defRPr>
            </a:lvl1pPr>
            <a:lvl2pPr indent="-330200" lvl="1" marL="914400">
              <a:spcBef>
                <a:spcPts val="1000"/>
              </a:spcBef>
              <a:spcAft>
                <a:spcPts val="0"/>
              </a:spcAft>
              <a:buClr>
                <a:schemeClr val="dk1"/>
              </a:buClr>
              <a:buSzPts val="1600"/>
              <a:buChar char="○"/>
              <a:defRPr sz="1600">
                <a:solidFill>
                  <a:schemeClr val="dk1"/>
                </a:solidFill>
              </a:defRPr>
            </a:lvl2pPr>
            <a:lvl3pPr indent="-330200" lvl="2" marL="1371600">
              <a:spcBef>
                <a:spcPts val="1000"/>
              </a:spcBef>
              <a:spcAft>
                <a:spcPts val="0"/>
              </a:spcAft>
              <a:buClr>
                <a:schemeClr val="dk1"/>
              </a:buClr>
              <a:buSzPts val="1600"/>
              <a:buChar char="■"/>
              <a:defRPr sz="1600">
                <a:solidFill>
                  <a:schemeClr val="dk1"/>
                </a:solidFill>
              </a:defRPr>
            </a:lvl3pPr>
            <a:lvl4pPr indent="-330200" lvl="3" marL="1828800">
              <a:spcBef>
                <a:spcPts val="1000"/>
              </a:spcBef>
              <a:spcAft>
                <a:spcPts val="0"/>
              </a:spcAft>
              <a:buClr>
                <a:schemeClr val="dk1"/>
              </a:buClr>
              <a:buSzPts val="1600"/>
              <a:buChar char="●"/>
              <a:defRPr sz="1600">
                <a:solidFill>
                  <a:schemeClr val="dk1"/>
                </a:solidFill>
              </a:defRPr>
            </a:lvl4pPr>
            <a:lvl5pPr indent="-330200" lvl="4" marL="2286000">
              <a:spcBef>
                <a:spcPts val="1000"/>
              </a:spcBef>
              <a:spcAft>
                <a:spcPts val="0"/>
              </a:spcAft>
              <a:buClr>
                <a:schemeClr val="dk1"/>
              </a:buClr>
              <a:buSzPts val="1600"/>
              <a:buChar char="○"/>
              <a:defRPr sz="1600">
                <a:solidFill>
                  <a:schemeClr val="dk1"/>
                </a:solidFill>
              </a:defRPr>
            </a:lvl5pPr>
            <a:lvl6pPr indent="-330200" lvl="5" marL="2743200">
              <a:spcBef>
                <a:spcPts val="1000"/>
              </a:spcBef>
              <a:spcAft>
                <a:spcPts val="0"/>
              </a:spcAft>
              <a:buClr>
                <a:schemeClr val="dk1"/>
              </a:buClr>
              <a:buSzPts val="1600"/>
              <a:buChar char="■"/>
              <a:defRPr sz="1600">
                <a:solidFill>
                  <a:schemeClr val="dk1"/>
                </a:solidFill>
              </a:defRPr>
            </a:lvl6pPr>
            <a:lvl7pPr indent="-330200" lvl="6" marL="3200400">
              <a:spcBef>
                <a:spcPts val="1000"/>
              </a:spcBef>
              <a:spcAft>
                <a:spcPts val="0"/>
              </a:spcAft>
              <a:buClr>
                <a:schemeClr val="dk1"/>
              </a:buClr>
              <a:buSzPts val="1600"/>
              <a:buChar char="●"/>
              <a:defRPr sz="1600">
                <a:solidFill>
                  <a:schemeClr val="dk1"/>
                </a:solidFill>
              </a:defRPr>
            </a:lvl7pPr>
            <a:lvl8pPr indent="-330200" lvl="7" marL="3657600">
              <a:spcBef>
                <a:spcPts val="1000"/>
              </a:spcBef>
              <a:spcAft>
                <a:spcPts val="0"/>
              </a:spcAft>
              <a:buClr>
                <a:schemeClr val="dk1"/>
              </a:buClr>
              <a:buSzPts val="1600"/>
              <a:buChar char="○"/>
              <a:defRPr sz="1600">
                <a:solidFill>
                  <a:schemeClr val="dk1"/>
                </a:solidFill>
              </a:defRPr>
            </a:lvl8pPr>
            <a:lvl9pPr indent="-330200" lvl="8" marL="4114800">
              <a:spcBef>
                <a:spcPts val="1000"/>
              </a:spcBef>
              <a:spcAft>
                <a:spcPts val="1000"/>
              </a:spcAft>
              <a:buClr>
                <a:schemeClr val="dk1"/>
              </a:buClr>
              <a:buSzPts val="1600"/>
              <a:buChar char="■"/>
              <a:defRPr sz="1600">
                <a:solidFill>
                  <a:schemeClr val="dk1"/>
                </a:solidFill>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2_1_1">
    <p:spTree>
      <p:nvGrpSpPr>
        <p:cNvPr id="488" name="Shape 488"/>
        <p:cNvGrpSpPr/>
        <p:nvPr/>
      </p:nvGrpSpPr>
      <p:grpSpPr>
        <a:xfrm>
          <a:off x="0" y="0"/>
          <a:ext cx="0" cy="0"/>
          <a:chOff x="0" y="0"/>
          <a:chExt cx="0" cy="0"/>
        </a:xfrm>
      </p:grpSpPr>
      <p:sp>
        <p:nvSpPr>
          <p:cNvPr id="489" name="Google Shape;489;p77"/>
          <p:cNvSpPr txBox="1"/>
          <p:nvPr>
            <p:ph type="title"/>
          </p:nvPr>
        </p:nvSpPr>
        <p:spPr>
          <a:xfrm>
            <a:off x="311700" y="444125"/>
            <a:ext cx="8520600" cy="475500"/>
          </a:xfrm>
          <a:prstGeom prst="rect">
            <a:avLst/>
          </a:prstGeom>
        </p:spPr>
        <p:txBody>
          <a:bodyPr anchorCtr="0" anchor="t" bIns="91425" lIns="0" spcFirstLastPara="1" rIns="91425" wrap="square" tIns="91425">
            <a:normAutofit/>
          </a:bodyPr>
          <a:lstStyle>
            <a:lvl1pPr lvl="0">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1pPr>
            <a:lvl2pPr lvl="1">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2pPr>
            <a:lvl3pPr lvl="2">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3pPr>
            <a:lvl4pPr lvl="3">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4pPr>
            <a:lvl5pPr lvl="4">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5pPr>
            <a:lvl6pPr lvl="5">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6pPr>
            <a:lvl7pPr lvl="6">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7pPr>
            <a:lvl8pPr lvl="7">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8pPr>
            <a:lvl9pPr lvl="8">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2 1 1 1">
  <p:cSld name="CUSTOM_3_2_1_1_1_1_1_2_1_1">
    <p:spTree>
      <p:nvGrpSpPr>
        <p:cNvPr id="490" name="Shape 490"/>
        <p:cNvGrpSpPr/>
        <p:nvPr/>
      </p:nvGrpSpPr>
      <p:grpSpPr>
        <a:xfrm>
          <a:off x="0" y="0"/>
          <a:ext cx="0" cy="0"/>
          <a:chOff x="0" y="0"/>
          <a:chExt cx="0" cy="0"/>
        </a:xfrm>
      </p:grpSpPr>
      <p:sp>
        <p:nvSpPr>
          <p:cNvPr id="491" name="Google Shape;491;p78"/>
          <p:cNvSpPr txBox="1"/>
          <p:nvPr>
            <p:ph idx="1" type="body"/>
          </p:nvPr>
        </p:nvSpPr>
        <p:spPr>
          <a:xfrm>
            <a:off x="457200" y="2132925"/>
            <a:ext cx="1942500" cy="24390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492" name="Google Shape;492;p78"/>
          <p:cNvSpPr txBox="1"/>
          <p:nvPr>
            <p:ph idx="2" type="subTitle"/>
          </p:nvPr>
        </p:nvSpPr>
        <p:spPr>
          <a:xfrm>
            <a:off x="457200" y="1477250"/>
            <a:ext cx="1942500" cy="5313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93" name="Google Shape;493;p78"/>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494" name="Google Shape;494;p78"/>
          <p:cNvSpPr txBox="1"/>
          <p:nvPr>
            <p:ph idx="3" type="body"/>
          </p:nvPr>
        </p:nvSpPr>
        <p:spPr>
          <a:xfrm>
            <a:off x="2552930" y="2132925"/>
            <a:ext cx="1942500" cy="24390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495" name="Google Shape;495;p78"/>
          <p:cNvSpPr txBox="1"/>
          <p:nvPr>
            <p:ph idx="4" type="subTitle"/>
          </p:nvPr>
        </p:nvSpPr>
        <p:spPr>
          <a:xfrm>
            <a:off x="2552930" y="1477250"/>
            <a:ext cx="1942500" cy="5313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96" name="Google Shape;496;p78"/>
          <p:cNvSpPr txBox="1"/>
          <p:nvPr>
            <p:ph idx="5" type="body"/>
          </p:nvPr>
        </p:nvSpPr>
        <p:spPr>
          <a:xfrm>
            <a:off x="4648660" y="2132925"/>
            <a:ext cx="1942500" cy="24390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497" name="Google Shape;497;p78"/>
          <p:cNvSpPr txBox="1"/>
          <p:nvPr>
            <p:ph idx="6" type="subTitle"/>
          </p:nvPr>
        </p:nvSpPr>
        <p:spPr>
          <a:xfrm>
            <a:off x="4648660" y="1477250"/>
            <a:ext cx="1942500" cy="5313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98" name="Google Shape;498;p78"/>
          <p:cNvSpPr txBox="1"/>
          <p:nvPr>
            <p:ph idx="7" type="body"/>
          </p:nvPr>
        </p:nvSpPr>
        <p:spPr>
          <a:xfrm>
            <a:off x="6744392" y="2132925"/>
            <a:ext cx="1942500" cy="24390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499" name="Google Shape;499;p78"/>
          <p:cNvSpPr txBox="1"/>
          <p:nvPr>
            <p:ph idx="8" type="subTitle"/>
          </p:nvPr>
        </p:nvSpPr>
        <p:spPr>
          <a:xfrm>
            <a:off x="6744392" y="1477250"/>
            <a:ext cx="1942500" cy="5313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2 1 2 1">
  <p:cSld name="CUSTOM_3_2_1_1_1_1_1_2_2_1">
    <p:spTree>
      <p:nvGrpSpPr>
        <p:cNvPr id="500" name="Shape 500"/>
        <p:cNvGrpSpPr/>
        <p:nvPr/>
      </p:nvGrpSpPr>
      <p:grpSpPr>
        <a:xfrm>
          <a:off x="0" y="0"/>
          <a:ext cx="0" cy="0"/>
          <a:chOff x="0" y="0"/>
          <a:chExt cx="0" cy="0"/>
        </a:xfrm>
      </p:grpSpPr>
      <p:sp>
        <p:nvSpPr>
          <p:cNvPr id="501" name="Google Shape;501;p79"/>
          <p:cNvSpPr txBox="1"/>
          <p:nvPr>
            <p:ph idx="1" type="body"/>
          </p:nvPr>
        </p:nvSpPr>
        <p:spPr>
          <a:xfrm>
            <a:off x="491166" y="1593548"/>
            <a:ext cx="2595600" cy="12666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502" name="Google Shape;502;p79"/>
          <p:cNvSpPr txBox="1"/>
          <p:nvPr>
            <p:ph idx="2" type="subTitle"/>
          </p:nvPr>
        </p:nvSpPr>
        <p:spPr>
          <a:xfrm>
            <a:off x="491166" y="1253075"/>
            <a:ext cx="2595600" cy="3405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03" name="Google Shape;503;p79"/>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504" name="Google Shape;504;p79"/>
          <p:cNvSpPr txBox="1"/>
          <p:nvPr>
            <p:ph idx="3" type="body"/>
          </p:nvPr>
        </p:nvSpPr>
        <p:spPr>
          <a:xfrm>
            <a:off x="3291218" y="1593548"/>
            <a:ext cx="2595600" cy="12666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505" name="Google Shape;505;p79"/>
          <p:cNvSpPr txBox="1"/>
          <p:nvPr>
            <p:ph idx="4" type="subTitle"/>
          </p:nvPr>
        </p:nvSpPr>
        <p:spPr>
          <a:xfrm>
            <a:off x="3291216" y="1253075"/>
            <a:ext cx="2595600" cy="3405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06" name="Google Shape;506;p79"/>
          <p:cNvSpPr txBox="1"/>
          <p:nvPr>
            <p:ph idx="5" type="body"/>
          </p:nvPr>
        </p:nvSpPr>
        <p:spPr>
          <a:xfrm>
            <a:off x="491125" y="3393825"/>
            <a:ext cx="2595600" cy="12666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507" name="Google Shape;507;p79"/>
          <p:cNvSpPr txBox="1"/>
          <p:nvPr>
            <p:ph idx="6" type="subTitle"/>
          </p:nvPr>
        </p:nvSpPr>
        <p:spPr>
          <a:xfrm>
            <a:off x="491125" y="3053351"/>
            <a:ext cx="2595600" cy="3405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08" name="Google Shape;508;p79"/>
          <p:cNvSpPr txBox="1"/>
          <p:nvPr>
            <p:ph idx="7" type="body"/>
          </p:nvPr>
        </p:nvSpPr>
        <p:spPr>
          <a:xfrm>
            <a:off x="3291177" y="3393825"/>
            <a:ext cx="2595600" cy="12666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509" name="Google Shape;509;p79"/>
          <p:cNvSpPr txBox="1"/>
          <p:nvPr>
            <p:ph idx="8" type="subTitle"/>
          </p:nvPr>
        </p:nvSpPr>
        <p:spPr>
          <a:xfrm>
            <a:off x="3291175" y="3053351"/>
            <a:ext cx="2595600" cy="3405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10" name="Google Shape;510;p79"/>
          <p:cNvSpPr txBox="1"/>
          <p:nvPr>
            <p:ph idx="9" type="body"/>
          </p:nvPr>
        </p:nvSpPr>
        <p:spPr>
          <a:xfrm>
            <a:off x="6091266" y="1593548"/>
            <a:ext cx="2595600" cy="12666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511" name="Google Shape;511;p79"/>
          <p:cNvSpPr txBox="1"/>
          <p:nvPr>
            <p:ph idx="13" type="subTitle"/>
          </p:nvPr>
        </p:nvSpPr>
        <p:spPr>
          <a:xfrm>
            <a:off x="6091265" y="1253075"/>
            <a:ext cx="2595600" cy="3405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12" name="Google Shape;512;p79"/>
          <p:cNvSpPr txBox="1"/>
          <p:nvPr>
            <p:ph idx="14" type="body"/>
          </p:nvPr>
        </p:nvSpPr>
        <p:spPr>
          <a:xfrm>
            <a:off x="6091225" y="3393825"/>
            <a:ext cx="2595600" cy="12666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513" name="Google Shape;513;p79"/>
          <p:cNvSpPr txBox="1"/>
          <p:nvPr>
            <p:ph idx="15" type="subTitle"/>
          </p:nvPr>
        </p:nvSpPr>
        <p:spPr>
          <a:xfrm>
            <a:off x="6091224" y="3053351"/>
            <a:ext cx="2595600" cy="3405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3 2">
  <p:cSld name="CUSTOM_3_2_1_1_1_1_1_1_2">
    <p:spTree>
      <p:nvGrpSpPr>
        <p:cNvPr id="514" name="Shape 514"/>
        <p:cNvGrpSpPr/>
        <p:nvPr/>
      </p:nvGrpSpPr>
      <p:grpSpPr>
        <a:xfrm>
          <a:off x="0" y="0"/>
          <a:ext cx="0" cy="0"/>
          <a:chOff x="0" y="0"/>
          <a:chExt cx="0" cy="0"/>
        </a:xfrm>
      </p:grpSpPr>
      <p:sp>
        <p:nvSpPr>
          <p:cNvPr id="515" name="Google Shape;515;p80"/>
          <p:cNvSpPr txBox="1"/>
          <p:nvPr>
            <p:ph idx="1" type="body"/>
          </p:nvPr>
        </p:nvSpPr>
        <p:spPr>
          <a:xfrm>
            <a:off x="2064350" y="1140000"/>
            <a:ext cx="6176100" cy="7566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516" name="Google Shape;516;p80"/>
          <p:cNvSpPr txBox="1"/>
          <p:nvPr>
            <p:ph idx="2" type="body"/>
          </p:nvPr>
        </p:nvSpPr>
        <p:spPr>
          <a:xfrm>
            <a:off x="2064350" y="2076930"/>
            <a:ext cx="6176100" cy="7566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517" name="Google Shape;517;p80"/>
          <p:cNvSpPr txBox="1"/>
          <p:nvPr>
            <p:ph idx="3" type="subTitle"/>
          </p:nvPr>
        </p:nvSpPr>
        <p:spPr>
          <a:xfrm>
            <a:off x="457200" y="1140077"/>
            <a:ext cx="1404000" cy="7566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18" name="Google Shape;518;p80"/>
          <p:cNvSpPr txBox="1"/>
          <p:nvPr>
            <p:ph idx="4" type="subTitle"/>
          </p:nvPr>
        </p:nvSpPr>
        <p:spPr>
          <a:xfrm>
            <a:off x="457200" y="2076966"/>
            <a:ext cx="1404000" cy="7566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19" name="Google Shape;519;p80"/>
          <p:cNvSpPr txBox="1"/>
          <p:nvPr>
            <p:ph idx="5" type="subTitle"/>
          </p:nvPr>
        </p:nvSpPr>
        <p:spPr>
          <a:xfrm>
            <a:off x="457200" y="3013875"/>
            <a:ext cx="1404000" cy="7566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20" name="Google Shape;520;p80"/>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521" name="Google Shape;521;p80"/>
          <p:cNvSpPr txBox="1"/>
          <p:nvPr>
            <p:ph idx="6" type="body"/>
          </p:nvPr>
        </p:nvSpPr>
        <p:spPr>
          <a:xfrm>
            <a:off x="2064350" y="3013870"/>
            <a:ext cx="6176100" cy="7566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522" name="Google Shape;522;p80"/>
          <p:cNvSpPr txBox="1"/>
          <p:nvPr>
            <p:ph idx="7" type="subTitle"/>
          </p:nvPr>
        </p:nvSpPr>
        <p:spPr>
          <a:xfrm>
            <a:off x="457200" y="3950775"/>
            <a:ext cx="1404000" cy="7566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23" name="Google Shape;523;p80"/>
          <p:cNvSpPr txBox="1"/>
          <p:nvPr>
            <p:ph idx="8" type="body"/>
          </p:nvPr>
        </p:nvSpPr>
        <p:spPr>
          <a:xfrm>
            <a:off x="2064350" y="3950773"/>
            <a:ext cx="6176100" cy="7566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3">
  <p:cSld name="CUSTOM_3_1_4">
    <p:spTree>
      <p:nvGrpSpPr>
        <p:cNvPr id="524" name="Shape 524"/>
        <p:cNvGrpSpPr/>
        <p:nvPr/>
      </p:nvGrpSpPr>
      <p:grpSpPr>
        <a:xfrm>
          <a:off x="0" y="0"/>
          <a:ext cx="0" cy="0"/>
          <a:chOff x="0" y="0"/>
          <a:chExt cx="0" cy="0"/>
        </a:xfrm>
      </p:grpSpPr>
      <p:sp>
        <p:nvSpPr>
          <p:cNvPr id="525" name="Google Shape;525;p81"/>
          <p:cNvSpPr txBox="1"/>
          <p:nvPr>
            <p:ph type="title"/>
          </p:nvPr>
        </p:nvSpPr>
        <p:spPr>
          <a:xfrm>
            <a:off x="457200" y="4462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526" name="Google Shape;526;p81"/>
          <p:cNvSpPr txBox="1"/>
          <p:nvPr>
            <p:ph idx="1" type="body"/>
          </p:nvPr>
        </p:nvSpPr>
        <p:spPr>
          <a:xfrm>
            <a:off x="457200" y="1834900"/>
            <a:ext cx="3776100" cy="2734200"/>
          </a:xfrm>
          <a:prstGeom prst="rect">
            <a:avLst/>
          </a:prstGeom>
        </p:spPr>
        <p:txBody>
          <a:bodyPr anchorCtr="0" anchor="t" bIns="91425" lIns="0"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527" name="Google Shape;527;p81"/>
          <p:cNvSpPr txBox="1"/>
          <p:nvPr>
            <p:ph idx="2" type="body"/>
          </p:nvPr>
        </p:nvSpPr>
        <p:spPr>
          <a:xfrm>
            <a:off x="4800400" y="1834900"/>
            <a:ext cx="3776100" cy="2734200"/>
          </a:xfrm>
          <a:prstGeom prst="rect">
            <a:avLst/>
          </a:prstGeom>
        </p:spPr>
        <p:txBody>
          <a:bodyPr anchorCtr="0" anchor="t" bIns="91425" lIns="0"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528" name="Google Shape;528;p81"/>
          <p:cNvSpPr txBox="1"/>
          <p:nvPr>
            <p:ph idx="3" type="subTitle"/>
          </p:nvPr>
        </p:nvSpPr>
        <p:spPr>
          <a:xfrm>
            <a:off x="457200" y="1164900"/>
            <a:ext cx="3776100" cy="5727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
        <p:nvSpPr>
          <p:cNvPr id="529" name="Google Shape;529;p81"/>
          <p:cNvSpPr txBox="1"/>
          <p:nvPr>
            <p:ph idx="4" type="subTitle"/>
          </p:nvPr>
        </p:nvSpPr>
        <p:spPr>
          <a:xfrm>
            <a:off x="4800400" y="1164900"/>
            <a:ext cx="3776100" cy="5727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Tree>
  </p:cSld>
  <p:clrMapOvr>
    <a:masterClrMapping/>
  </p:clrMapOvr>
  <p:extLst>
    <p:ext uri="{DCECCB84-F9BA-43D5-87BE-67443E8EF086}">
      <p15:sldGuideLst>
        <p15:guide id="1" orient="horz" pos="1620">
          <p15:clr>
            <a:srgbClr val="E46962"/>
          </p15:clr>
        </p15:guide>
      </p15:sldGuideLst>
    </p:ext>
  </p:extLst>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bullet-2">
  <p:cSld name="CUSTOM_3_2_1">
    <p:spTree>
      <p:nvGrpSpPr>
        <p:cNvPr id="530" name="Shape 530"/>
        <p:cNvGrpSpPr/>
        <p:nvPr/>
      </p:nvGrpSpPr>
      <p:grpSpPr>
        <a:xfrm>
          <a:off x="0" y="0"/>
          <a:ext cx="0" cy="0"/>
          <a:chOff x="0" y="0"/>
          <a:chExt cx="0" cy="0"/>
        </a:xfrm>
      </p:grpSpPr>
      <p:sp>
        <p:nvSpPr>
          <p:cNvPr id="531" name="Google Shape;531;p82"/>
          <p:cNvSpPr txBox="1"/>
          <p:nvPr>
            <p:ph idx="1" type="body"/>
          </p:nvPr>
        </p:nvSpPr>
        <p:spPr>
          <a:xfrm>
            <a:off x="457200" y="1607925"/>
            <a:ext cx="2606100" cy="2182200"/>
          </a:xfrm>
          <a:prstGeom prst="rect">
            <a:avLst/>
          </a:prstGeom>
          <a:noFill/>
        </p:spPr>
        <p:txBody>
          <a:bodyPr anchorCtr="0" anchor="t" bIns="91425" lIns="137150" spcFirstLastPara="1" rIns="137150" wrap="square" tIns="91425">
            <a:normAutofit/>
          </a:bodyPr>
          <a:lstStyle>
            <a:lvl1pPr indent="-317500" lvl="0" marL="457200">
              <a:spcBef>
                <a:spcPts val="0"/>
              </a:spcBef>
              <a:spcAft>
                <a:spcPts val="0"/>
              </a:spcAft>
              <a:buClr>
                <a:schemeClr val="dk1"/>
              </a:buClr>
              <a:buSzPts val="1400"/>
              <a:buChar char="•"/>
              <a:defRPr sz="1400">
                <a:solidFill>
                  <a:schemeClr val="dk1"/>
                </a:solidFill>
              </a:defRPr>
            </a:lvl1pPr>
            <a:lvl2pPr indent="-304800" lvl="1" marL="914400">
              <a:spcBef>
                <a:spcPts val="1000"/>
              </a:spcBef>
              <a:spcAft>
                <a:spcPts val="0"/>
              </a:spcAft>
              <a:buClr>
                <a:schemeClr val="dk1"/>
              </a:buClr>
              <a:buSzPts val="1200"/>
              <a:buChar char="○"/>
              <a:defRPr>
                <a:solidFill>
                  <a:schemeClr val="dk1"/>
                </a:solidFill>
              </a:defRPr>
            </a:lvl2pPr>
            <a:lvl3pPr indent="-304800" lvl="2" marL="1371600">
              <a:spcBef>
                <a:spcPts val="1000"/>
              </a:spcBef>
              <a:spcAft>
                <a:spcPts val="0"/>
              </a:spcAft>
              <a:buClr>
                <a:schemeClr val="dk1"/>
              </a:buClr>
              <a:buSzPts val="1200"/>
              <a:buChar char="■"/>
              <a:defRPr>
                <a:solidFill>
                  <a:schemeClr val="dk1"/>
                </a:solidFill>
              </a:defRPr>
            </a:lvl3pPr>
            <a:lvl4pPr indent="-304800" lvl="3" marL="1828800">
              <a:spcBef>
                <a:spcPts val="1000"/>
              </a:spcBef>
              <a:spcAft>
                <a:spcPts val="0"/>
              </a:spcAft>
              <a:buClr>
                <a:schemeClr val="dk1"/>
              </a:buClr>
              <a:buSzPts val="1200"/>
              <a:buChar char="●"/>
              <a:defRPr>
                <a:solidFill>
                  <a:schemeClr val="dk1"/>
                </a:solidFill>
              </a:defRPr>
            </a:lvl4pPr>
            <a:lvl5pPr indent="-304800" lvl="4" marL="2286000">
              <a:spcBef>
                <a:spcPts val="1000"/>
              </a:spcBef>
              <a:spcAft>
                <a:spcPts val="0"/>
              </a:spcAft>
              <a:buClr>
                <a:schemeClr val="dk1"/>
              </a:buClr>
              <a:buSzPts val="1200"/>
              <a:buChar char="○"/>
              <a:defRPr>
                <a:solidFill>
                  <a:schemeClr val="dk1"/>
                </a:solidFill>
              </a:defRPr>
            </a:lvl5pPr>
            <a:lvl6pPr indent="-304800" lvl="5" marL="2743200">
              <a:spcBef>
                <a:spcPts val="1000"/>
              </a:spcBef>
              <a:spcAft>
                <a:spcPts val="0"/>
              </a:spcAft>
              <a:buClr>
                <a:schemeClr val="dk1"/>
              </a:buClr>
              <a:buSzPts val="1200"/>
              <a:buChar char="■"/>
              <a:defRPr>
                <a:solidFill>
                  <a:schemeClr val="dk1"/>
                </a:solidFill>
              </a:defRPr>
            </a:lvl6pPr>
            <a:lvl7pPr indent="-304800" lvl="6" marL="3200400">
              <a:spcBef>
                <a:spcPts val="1000"/>
              </a:spcBef>
              <a:spcAft>
                <a:spcPts val="0"/>
              </a:spcAft>
              <a:buClr>
                <a:schemeClr val="dk1"/>
              </a:buClr>
              <a:buSzPts val="1200"/>
              <a:buChar char="●"/>
              <a:defRPr>
                <a:solidFill>
                  <a:schemeClr val="dk1"/>
                </a:solidFill>
              </a:defRPr>
            </a:lvl7pPr>
            <a:lvl8pPr indent="-304800" lvl="7" marL="3657600">
              <a:spcBef>
                <a:spcPts val="1000"/>
              </a:spcBef>
              <a:spcAft>
                <a:spcPts val="0"/>
              </a:spcAft>
              <a:buClr>
                <a:schemeClr val="dk1"/>
              </a:buClr>
              <a:buSzPts val="1200"/>
              <a:buChar char="○"/>
              <a:defRPr>
                <a:solidFill>
                  <a:schemeClr val="dk1"/>
                </a:solidFill>
              </a:defRPr>
            </a:lvl8pPr>
            <a:lvl9pPr indent="-304800" lvl="8" marL="4114800">
              <a:spcBef>
                <a:spcPts val="1000"/>
              </a:spcBef>
              <a:spcAft>
                <a:spcPts val="1000"/>
              </a:spcAft>
              <a:buClr>
                <a:schemeClr val="dk1"/>
              </a:buClr>
              <a:buSzPts val="1200"/>
              <a:buChar char="■"/>
              <a:defRPr>
                <a:solidFill>
                  <a:schemeClr val="dk1"/>
                </a:solidFill>
              </a:defRPr>
            </a:lvl9pPr>
          </a:lstStyle>
          <a:p/>
        </p:txBody>
      </p:sp>
      <p:sp>
        <p:nvSpPr>
          <p:cNvPr id="532" name="Google Shape;532;p82"/>
          <p:cNvSpPr txBox="1"/>
          <p:nvPr>
            <p:ph idx="2" type="body"/>
          </p:nvPr>
        </p:nvSpPr>
        <p:spPr>
          <a:xfrm>
            <a:off x="3237000" y="1607925"/>
            <a:ext cx="2606100" cy="2182200"/>
          </a:xfrm>
          <a:prstGeom prst="rect">
            <a:avLst/>
          </a:prstGeom>
        </p:spPr>
        <p:txBody>
          <a:bodyPr anchorCtr="0" anchor="t" bIns="91425" lIns="137150" spcFirstLastPara="1" rIns="137150" wrap="square" tIns="91425">
            <a:normAutofit/>
          </a:bodyPr>
          <a:lstStyle>
            <a:lvl1pPr indent="-317500" lvl="0" marL="457200">
              <a:spcBef>
                <a:spcPts val="0"/>
              </a:spcBef>
              <a:spcAft>
                <a:spcPts val="0"/>
              </a:spcAft>
              <a:buClr>
                <a:schemeClr val="dk1"/>
              </a:buClr>
              <a:buSzPts val="1400"/>
              <a:buChar char="•"/>
              <a:defRPr sz="1400">
                <a:solidFill>
                  <a:schemeClr val="dk1"/>
                </a:solidFill>
              </a:defRPr>
            </a:lvl1pPr>
            <a:lvl2pPr indent="-304800" lvl="1" marL="914400">
              <a:spcBef>
                <a:spcPts val="1000"/>
              </a:spcBef>
              <a:spcAft>
                <a:spcPts val="0"/>
              </a:spcAft>
              <a:buClr>
                <a:schemeClr val="dk1"/>
              </a:buClr>
              <a:buSzPts val="1200"/>
              <a:buChar char="○"/>
              <a:defRPr>
                <a:solidFill>
                  <a:schemeClr val="dk1"/>
                </a:solidFill>
              </a:defRPr>
            </a:lvl2pPr>
            <a:lvl3pPr indent="-304800" lvl="2" marL="1371600">
              <a:spcBef>
                <a:spcPts val="1000"/>
              </a:spcBef>
              <a:spcAft>
                <a:spcPts val="0"/>
              </a:spcAft>
              <a:buClr>
                <a:schemeClr val="dk1"/>
              </a:buClr>
              <a:buSzPts val="1200"/>
              <a:buChar char="■"/>
              <a:defRPr>
                <a:solidFill>
                  <a:schemeClr val="dk1"/>
                </a:solidFill>
              </a:defRPr>
            </a:lvl3pPr>
            <a:lvl4pPr indent="-304800" lvl="3" marL="1828800">
              <a:spcBef>
                <a:spcPts val="1000"/>
              </a:spcBef>
              <a:spcAft>
                <a:spcPts val="0"/>
              </a:spcAft>
              <a:buClr>
                <a:schemeClr val="dk1"/>
              </a:buClr>
              <a:buSzPts val="1200"/>
              <a:buChar char="●"/>
              <a:defRPr>
                <a:solidFill>
                  <a:schemeClr val="dk1"/>
                </a:solidFill>
              </a:defRPr>
            </a:lvl4pPr>
            <a:lvl5pPr indent="-304800" lvl="4" marL="2286000">
              <a:spcBef>
                <a:spcPts val="1000"/>
              </a:spcBef>
              <a:spcAft>
                <a:spcPts val="0"/>
              </a:spcAft>
              <a:buClr>
                <a:schemeClr val="dk1"/>
              </a:buClr>
              <a:buSzPts val="1200"/>
              <a:buChar char="○"/>
              <a:defRPr>
                <a:solidFill>
                  <a:schemeClr val="dk1"/>
                </a:solidFill>
              </a:defRPr>
            </a:lvl5pPr>
            <a:lvl6pPr indent="-304800" lvl="5" marL="2743200">
              <a:spcBef>
                <a:spcPts val="1000"/>
              </a:spcBef>
              <a:spcAft>
                <a:spcPts val="0"/>
              </a:spcAft>
              <a:buClr>
                <a:schemeClr val="dk1"/>
              </a:buClr>
              <a:buSzPts val="1200"/>
              <a:buChar char="■"/>
              <a:defRPr>
                <a:solidFill>
                  <a:schemeClr val="dk1"/>
                </a:solidFill>
              </a:defRPr>
            </a:lvl6pPr>
            <a:lvl7pPr indent="-304800" lvl="6" marL="3200400">
              <a:spcBef>
                <a:spcPts val="1000"/>
              </a:spcBef>
              <a:spcAft>
                <a:spcPts val="0"/>
              </a:spcAft>
              <a:buClr>
                <a:schemeClr val="dk1"/>
              </a:buClr>
              <a:buSzPts val="1200"/>
              <a:buChar char="●"/>
              <a:defRPr>
                <a:solidFill>
                  <a:schemeClr val="dk1"/>
                </a:solidFill>
              </a:defRPr>
            </a:lvl7pPr>
            <a:lvl8pPr indent="-304800" lvl="7" marL="3657600">
              <a:spcBef>
                <a:spcPts val="1000"/>
              </a:spcBef>
              <a:spcAft>
                <a:spcPts val="0"/>
              </a:spcAft>
              <a:buClr>
                <a:schemeClr val="dk1"/>
              </a:buClr>
              <a:buSzPts val="1200"/>
              <a:buChar char="○"/>
              <a:defRPr>
                <a:solidFill>
                  <a:schemeClr val="dk1"/>
                </a:solidFill>
              </a:defRPr>
            </a:lvl8pPr>
            <a:lvl9pPr indent="-304800" lvl="8" marL="4114800">
              <a:spcBef>
                <a:spcPts val="1000"/>
              </a:spcBef>
              <a:spcAft>
                <a:spcPts val="1000"/>
              </a:spcAft>
              <a:buClr>
                <a:schemeClr val="dk1"/>
              </a:buClr>
              <a:buSzPts val="1200"/>
              <a:buChar char="■"/>
              <a:defRPr>
                <a:solidFill>
                  <a:schemeClr val="dk1"/>
                </a:solidFill>
              </a:defRPr>
            </a:lvl9pPr>
          </a:lstStyle>
          <a:p/>
        </p:txBody>
      </p:sp>
      <p:sp>
        <p:nvSpPr>
          <p:cNvPr id="533" name="Google Shape;533;p82"/>
          <p:cNvSpPr txBox="1"/>
          <p:nvPr>
            <p:ph idx="3" type="body"/>
          </p:nvPr>
        </p:nvSpPr>
        <p:spPr>
          <a:xfrm>
            <a:off x="6016800" y="1607925"/>
            <a:ext cx="2606100" cy="2182200"/>
          </a:xfrm>
          <a:prstGeom prst="rect">
            <a:avLst/>
          </a:prstGeom>
        </p:spPr>
        <p:txBody>
          <a:bodyPr anchorCtr="0" anchor="t" bIns="91425" lIns="137150" spcFirstLastPara="1" rIns="137150" wrap="square" tIns="91425">
            <a:normAutofit/>
          </a:bodyPr>
          <a:lstStyle>
            <a:lvl1pPr indent="-317500" lvl="0" marL="457200">
              <a:spcBef>
                <a:spcPts val="0"/>
              </a:spcBef>
              <a:spcAft>
                <a:spcPts val="0"/>
              </a:spcAft>
              <a:buClr>
                <a:schemeClr val="dk1"/>
              </a:buClr>
              <a:buSzPts val="1400"/>
              <a:buChar char="•"/>
              <a:defRPr sz="1400">
                <a:solidFill>
                  <a:schemeClr val="dk1"/>
                </a:solidFill>
              </a:defRPr>
            </a:lvl1pPr>
            <a:lvl2pPr indent="-304800" lvl="1" marL="914400">
              <a:spcBef>
                <a:spcPts val="1000"/>
              </a:spcBef>
              <a:spcAft>
                <a:spcPts val="0"/>
              </a:spcAft>
              <a:buClr>
                <a:schemeClr val="dk1"/>
              </a:buClr>
              <a:buSzPts val="1200"/>
              <a:buChar char="○"/>
              <a:defRPr>
                <a:solidFill>
                  <a:schemeClr val="dk1"/>
                </a:solidFill>
              </a:defRPr>
            </a:lvl2pPr>
            <a:lvl3pPr indent="-304800" lvl="2" marL="1371600">
              <a:spcBef>
                <a:spcPts val="1000"/>
              </a:spcBef>
              <a:spcAft>
                <a:spcPts val="0"/>
              </a:spcAft>
              <a:buClr>
                <a:schemeClr val="dk1"/>
              </a:buClr>
              <a:buSzPts val="1200"/>
              <a:buChar char="■"/>
              <a:defRPr>
                <a:solidFill>
                  <a:schemeClr val="dk1"/>
                </a:solidFill>
              </a:defRPr>
            </a:lvl3pPr>
            <a:lvl4pPr indent="-304800" lvl="3" marL="1828800">
              <a:spcBef>
                <a:spcPts val="1000"/>
              </a:spcBef>
              <a:spcAft>
                <a:spcPts val="0"/>
              </a:spcAft>
              <a:buClr>
                <a:schemeClr val="dk1"/>
              </a:buClr>
              <a:buSzPts val="1200"/>
              <a:buChar char="●"/>
              <a:defRPr>
                <a:solidFill>
                  <a:schemeClr val="dk1"/>
                </a:solidFill>
              </a:defRPr>
            </a:lvl4pPr>
            <a:lvl5pPr indent="-304800" lvl="4" marL="2286000">
              <a:spcBef>
                <a:spcPts val="1000"/>
              </a:spcBef>
              <a:spcAft>
                <a:spcPts val="0"/>
              </a:spcAft>
              <a:buClr>
                <a:schemeClr val="dk1"/>
              </a:buClr>
              <a:buSzPts val="1200"/>
              <a:buChar char="○"/>
              <a:defRPr>
                <a:solidFill>
                  <a:schemeClr val="dk1"/>
                </a:solidFill>
              </a:defRPr>
            </a:lvl5pPr>
            <a:lvl6pPr indent="-304800" lvl="5" marL="2743200">
              <a:spcBef>
                <a:spcPts val="1000"/>
              </a:spcBef>
              <a:spcAft>
                <a:spcPts val="0"/>
              </a:spcAft>
              <a:buClr>
                <a:schemeClr val="dk1"/>
              </a:buClr>
              <a:buSzPts val="1200"/>
              <a:buChar char="■"/>
              <a:defRPr>
                <a:solidFill>
                  <a:schemeClr val="dk1"/>
                </a:solidFill>
              </a:defRPr>
            </a:lvl6pPr>
            <a:lvl7pPr indent="-304800" lvl="6" marL="3200400">
              <a:spcBef>
                <a:spcPts val="1000"/>
              </a:spcBef>
              <a:spcAft>
                <a:spcPts val="0"/>
              </a:spcAft>
              <a:buClr>
                <a:schemeClr val="dk1"/>
              </a:buClr>
              <a:buSzPts val="1200"/>
              <a:buChar char="●"/>
              <a:defRPr>
                <a:solidFill>
                  <a:schemeClr val="dk1"/>
                </a:solidFill>
              </a:defRPr>
            </a:lvl7pPr>
            <a:lvl8pPr indent="-304800" lvl="7" marL="3657600">
              <a:spcBef>
                <a:spcPts val="1000"/>
              </a:spcBef>
              <a:spcAft>
                <a:spcPts val="0"/>
              </a:spcAft>
              <a:buClr>
                <a:schemeClr val="dk1"/>
              </a:buClr>
              <a:buSzPts val="1200"/>
              <a:buChar char="○"/>
              <a:defRPr>
                <a:solidFill>
                  <a:schemeClr val="dk1"/>
                </a:solidFill>
              </a:defRPr>
            </a:lvl8pPr>
            <a:lvl9pPr indent="-304800" lvl="8" marL="4114800">
              <a:spcBef>
                <a:spcPts val="1000"/>
              </a:spcBef>
              <a:spcAft>
                <a:spcPts val="1000"/>
              </a:spcAft>
              <a:buClr>
                <a:schemeClr val="dk1"/>
              </a:buClr>
              <a:buSzPts val="1200"/>
              <a:buChar char="■"/>
              <a:defRPr>
                <a:solidFill>
                  <a:schemeClr val="dk1"/>
                </a:solidFill>
              </a:defRPr>
            </a:lvl9pPr>
          </a:lstStyle>
          <a:p/>
        </p:txBody>
      </p:sp>
      <p:sp>
        <p:nvSpPr>
          <p:cNvPr id="534" name="Google Shape;534;p82"/>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3 1">
  <p:cSld name="CUSTOM_3_2_1_1_1_1_1_1_3">
    <p:spTree>
      <p:nvGrpSpPr>
        <p:cNvPr id="535" name="Shape 535"/>
        <p:cNvGrpSpPr/>
        <p:nvPr/>
      </p:nvGrpSpPr>
      <p:grpSpPr>
        <a:xfrm>
          <a:off x="0" y="0"/>
          <a:ext cx="0" cy="0"/>
          <a:chOff x="0" y="0"/>
          <a:chExt cx="0" cy="0"/>
        </a:xfrm>
      </p:grpSpPr>
      <p:sp>
        <p:nvSpPr>
          <p:cNvPr id="536" name="Google Shape;536;p83"/>
          <p:cNvSpPr txBox="1"/>
          <p:nvPr>
            <p:ph idx="1" type="body"/>
          </p:nvPr>
        </p:nvSpPr>
        <p:spPr>
          <a:xfrm>
            <a:off x="2064350" y="1140000"/>
            <a:ext cx="5252100" cy="9861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537" name="Google Shape;537;p83"/>
          <p:cNvSpPr txBox="1"/>
          <p:nvPr>
            <p:ph idx="2" type="body"/>
          </p:nvPr>
        </p:nvSpPr>
        <p:spPr>
          <a:xfrm>
            <a:off x="2064350" y="2361288"/>
            <a:ext cx="5252100" cy="9861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538" name="Google Shape;538;p83"/>
          <p:cNvSpPr txBox="1"/>
          <p:nvPr>
            <p:ph idx="3" type="subTitle"/>
          </p:nvPr>
        </p:nvSpPr>
        <p:spPr>
          <a:xfrm>
            <a:off x="457200" y="1140100"/>
            <a:ext cx="1404000" cy="9861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39" name="Google Shape;539;p83"/>
          <p:cNvSpPr txBox="1"/>
          <p:nvPr>
            <p:ph idx="4" type="subTitle"/>
          </p:nvPr>
        </p:nvSpPr>
        <p:spPr>
          <a:xfrm>
            <a:off x="457200" y="2361338"/>
            <a:ext cx="1404000" cy="9861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40" name="Google Shape;540;p83"/>
          <p:cNvSpPr txBox="1"/>
          <p:nvPr>
            <p:ph idx="5" type="subTitle"/>
          </p:nvPr>
        </p:nvSpPr>
        <p:spPr>
          <a:xfrm>
            <a:off x="457200" y="3582600"/>
            <a:ext cx="1404000" cy="9861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41" name="Google Shape;541;p83"/>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542" name="Google Shape;542;p83"/>
          <p:cNvSpPr txBox="1"/>
          <p:nvPr>
            <p:ph idx="6" type="body"/>
          </p:nvPr>
        </p:nvSpPr>
        <p:spPr>
          <a:xfrm>
            <a:off x="2064350" y="3582588"/>
            <a:ext cx="5252100" cy="9861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2 1">
  <p:cSld name="CUSTOM_3_2_1_1_1_1_1_2">
    <p:spTree>
      <p:nvGrpSpPr>
        <p:cNvPr id="543" name="Shape 543"/>
        <p:cNvGrpSpPr/>
        <p:nvPr/>
      </p:nvGrpSpPr>
      <p:grpSpPr>
        <a:xfrm>
          <a:off x="0" y="0"/>
          <a:ext cx="0" cy="0"/>
          <a:chOff x="0" y="0"/>
          <a:chExt cx="0" cy="0"/>
        </a:xfrm>
      </p:grpSpPr>
      <p:sp>
        <p:nvSpPr>
          <p:cNvPr id="544" name="Google Shape;544;p84"/>
          <p:cNvSpPr txBox="1"/>
          <p:nvPr>
            <p:ph idx="1" type="body"/>
          </p:nvPr>
        </p:nvSpPr>
        <p:spPr>
          <a:xfrm>
            <a:off x="457200" y="2132925"/>
            <a:ext cx="1942500" cy="24390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545" name="Google Shape;545;p84"/>
          <p:cNvSpPr txBox="1"/>
          <p:nvPr>
            <p:ph idx="2" type="subTitle"/>
          </p:nvPr>
        </p:nvSpPr>
        <p:spPr>
          <a:xfrm>
            <a:off x="457200" y="1477250"/>
            <a:ext cx="1942500" cy="5313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46" name="Google Shape;546;p84"/>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547" name="Google Shape;547;p84"/>
          <p:cNvSpPr txBox="1"/>
          <p:nvPr>
            <p:ph idx="3" type="body"/>
          </p:nvPr>
        </p:nvSpPr>
        <p:spPr>
          <a:xfrm>
            <a:off x="2552930" y="2132925"/>
            <a:ext cx="1942500" cy="24390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548" name="Google Shape;548;p84"/>
          <p:cNvSpPr txBox="1"/>
          <p:nvPr>
            <p:ph idx="4" type="subTitle"/>
          </p:nvPr>
        </p:nvSpPr>
        <p:spPr>
          <a:xfrm>
            <a:off x="2552930" y="1477250"/>
            <a:ext cx="1942500" cy="5313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49" name="Google Shape;549;p84"/>
          <p:cNvSpPr txBox="1"/>
          <p:nvPr>
            <p:ph idx="5" type="body"/>
          </p:nvPr>
        </p:nvSpPr>
        <p:spPr>
          <a:xfrm>
            <a:off x="4648660" y="2132925"/>
            <a:ext cx="1942500" cy="24390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550" name="Google Shape;550;p84"/>
          <p:cNvSpPr txBox="1"/>
          <p:nvPr>
            <p:ph idx="6" type="subTitle"/>
          </p:nvPr>
        </p:nvSpPr>
        <p:spPr>
          <a:xfrm>
            <a:off x="4648660" y="1477250"/>
            <a:ext cx="1942500" cy="5313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51" name="Google Shape;551;p84"/>
          <p:cNvSpPr txBox="1"/>
          <p:nvPr>
            <p:ph idx="7" type="body"/>
          </p:nvPr>
        </p:nvSpPr>
        <p:spPr>
          <a:xfrm>
            <a:off x="6744392" y="2132925"/>
            <a:ext cx="1942500" cy="24390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552" name="Google Shape;552;p84"/>
          <p:cNvSpPr txBox="1"/>
          <p:nvPr>
            <p:ph idx="8" type="subTitle"/>
          </p:nvPr>
        </p:nvSpPr>
        <p:spPr>
          <a:xfrm>
            <a:off x="6744392" y="1477250"/>
            <a:ext cx="1942500" cy="5313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bullet-4 1 1">
  <p:cSld name="CUSTOM_3_2_1_1_2_1">
    <p:spTree>
      <p:nvGrpSpPr>
        <p:cNvPr id="553" name="Shape 553"/>
        <p:cNvGrpSpPr/>
        <p:nvPr/>
      </p:nvGrpSpPr>
      <p:grpSpPr>
        <a:xfrm>
          <a:off x="0" y="0"/>
          <a:ext cx="0" cy="0"/>
          <a:chOff x="0" y="0"/>
          <a:chExt cx="0" cy="0"/>
        </a:xfrm>
      </p:grpSpPr>
      <p:sp>
        <p:nvSpPr>
          <p:cNvPr id="554" name="Google Shape;554;p85"/>
          <p:cNvSpPr txBox="1"/>
          <p:nvPr>
            <p:ph idx="1" type="body"/>
          </p:nvPr>
        </p:nvSpPr>
        <p:spPr>
          <a:xfrm>
            <a:off x="489150" y="2727525"/>
            <a:ext cx="1951800" cy="1848000"/>
          </a:xfrm>
          <a:prstGeom prst="rect">
            <a:avLst/>
          </a:prstGeom>
        </p:spPr>
        <p:txBody>
          <a:bodyPr anchorCtr="0" anchor="t" bIns="91425" lIns="137150" spcFirstLastPara="1" rIns="137150" wrap="square" tIns="91425">
            <a:normAutofit/>
          </a:bodyPr>
          <a:lstStyle>
            <a:lvl1pPr indent="-304800" lvl="0" marL="457200" algn="ctr">
              <a:spcBef>
                <a:spcPts val="0"/>
              </a:spcBef>
              <a:spcAft>
                <a:spcPts val="0"/>
              </a:spcAft>
              <a:buClr>
                <a:schemeClr val="dk1"/>
              </a:buClr>
              <a:buSzPts val="1200"/>
              <a:buChar char="•"/>
              <a:defRPr sz="1200">
                <a:solidFill>
                  <a:schemeClr val="dk1"/>
                </a:solidFill>
              </a:defRPr>
            </a:lvl1pPr>
            <a:lvl2pPr indent="-304800" lvl="1" marL="914400" algn="ctr">
              <a:spcBef>
                <a:spcPts val="1000"/>
              </a:spcBef>
              <a:spcAft>
                <a:spcPts val="0"/>
              </a:spcAft>
              <a:buClr>
                <a:schemeClr val="dk1"/>
              </a:buClr>
              <a:buSzPts val="1200"/>
              <a:buChar char="○"/>
              <a:defRPr sz="1200">
                <a:solidFill>
                  <a:schemeClr val="dk1"/>
                </a:solidFill>
              </a:defRPr>
            </a:lvl2pPr>
            <a:lvl3pPr indent="-304800" lvl="2" marL="1371600" algn="ctr">
              <a:spcBef>
                <a:spcPts val="1000"/>
              </a:spcBef>
              <a:spcAft>
                <a:spcPts val="0"/>
              </a:spcAft>
              <a:buClr>
                <a:schemeClr val="dk1"/>
              </a:buClr>
              <a:buSzPts val="1200"/>
              <a:buChar char="■"/>
              <a:defRPr sz="1200">
                <a:solidFill>
                  <a:schemeClr val="dk1"/>
                </a:solidFill>
              </a:defRPr>
            </a:lvl3pPr>
            <a:lvl4pPr indent="-304800" lvl="3" marL="1828800" algn="ctr">
              <a:spcBef>
                <a:spcPts val="1000"/>
              </a:spcBef>
              <a:spcAft>
                <a:spcPts val="0"/>
              </a:spcAft>
              <a:buClr>
                <a:schemeClr val="dk1"/>
              </a:buClr>
              <a:buSzPts val="1200"/>
              <a:buChar char="●"/>
              <a:defRPr sz="1200">
                <a:solidFill>
                  <a:schemeClr val="dk1"/>
                </a:solidFill>
              </a:defRPr>
            </a:lvl4pPr>
            <a:lvl5pPr indent="-304800" lvl="4" marL="2286000" algn="ctr">
              <a:spcBef>
                <a:spcPts val="1000"/>
              </a:spcBef>
              <a:spcAft>
                <a:spcPts val="0"/>
              </a:spcAft>
              <a:buClr>
                <a:schemeClr val="dk1"/>
              </a:buClr>
              <a:buSzPts val="1200"/>
              <a:buChar char="○"/>
              <a:defRPr sz="1200">
                <a:solidFill>
                  <a:schemeClr val="dk1"/>
                </a:solidFill>
              </a:defRPr>
            </a:lvl5pPr>
            <a:lvl6pPr indent="-304800" lvl="5" marL="2743200" algn="ctr">
              <a:spcBef>
                <a:spcPts val="1000"/>
              </a:spcBef>
              <a:spcAft>
                <a:spcPts val="0"/>
              </a:spcAft>
              <a:buClr>
                <a:schemeClr val="dk1"/>
              </a:buClr>
              <a:buSzPts val="1200"/>
              <a:buChar char="■"/>
              <a:defRPr sz="1200">
                <a:solidFill>
                  <a:schemeClr val="dk1"/>
                </a:solidFill>
              </a:defRPr>
            </a:lvl6pPr>
            <a:lvl7pPr indent="-304800" lvl="6" marL="3200400" algn="ctr">
              <a:spcBef>
                <a:spcPts val="1000"/>
              </a:spcBef>
              <a:spcAft>
                <a:spcPts val="0"/>
              </a:spcAft>
              <a:buClr>
                <a:schemeClr val="dk1"/>
              </a:buClr>
              <a:buSzPts val="1200"/>
              <a:buChar char="●"/>
              <a:defRPr sz="1200">
                <a:solidFill>
                  <a:schemeClr val="dk1"/>
                </a:solidFill>
              </a:defRPr>
            </a:lvl7pPr>
            <a:lvl8pPr indent="-304800" lvl="7" marL="3657600" algn="ctr">
              <a:spcBef>
                <a:spcPts val="1000"/>
              </a:spcBef>
              <a:spcAft>
                <a:spcPts val="0"/>
              </a:spcAft>
              <a:buClr>
                <a:schemeClr val="dk1"/>
              </a:buClr>
              <a:buSzPts val="1200"/>
              <a:buChar char="○"/>
              <a:defRPr sz="1200">
                <a:solidFill>
                  <a:schemeClr val="dk1"/>
                </a:solidFill>
              </a:defRPr>
            </a:lvl8pPr>
            <a:lvl9pPr indent="-304800" lvl="8" marL="4114800" algn="ctr">
              <a:spcBef>
                <a:spcPts val="1000"/>
              </a:spcBef>
              <a:spcAft>
                <a:spcPts val="1000"/>
              </a:spcAft>
              <a:buClr>
                <a:schemeClr val="dk1"/>
              </a:buClr>
              <a:buSzPts val="1200"/>
              <a:buChar char="■"/>
              <a:defRPr sz="1200">
                <a:solidFill>
                  <a:schemeClr val="dk1"/>
                </a:solidFill>
              </a:defRPr>
            </a:lvl9pPr>
          </a:lstStyle>
          <a:p/>
        </p:txBody>
      </p:sp>
      <p:sp>
        <p:nvSpPr>
          <p:cNvPr id="555" name="Google Shape;555;p85"/>
          <p:cNvSpPr txBox="1"/>
          <p:nvPr>
            <p:ph idx="2" type="body"/>
          </p:nvPr>
        </p:nvSpPr>
        <p:spPr>
          <a:xfrm>
            <a:off x="2571054" y="2727525"/>
            <a:ext cx="1951800" cy="1848000"/>
          </a:xfrm>
          <a:prstGeom prst="rect">
            <a:avLst/>
          </a:prstGeom>
        </p:spPr>
        <p:txBody>
          <a:bodyPr anchorCtr="0" anchor="t" bIns="91425" lIns="137150" spcFirstLastPara="1" rIns="137150" wrap="square" tIns="91425">
            <a:normAutofit/>
          </a:bodyPr>
          <a:lstStyle>
            <a:lvl1pPr indent="-304800" lvl="0" marL="457200" algn="ctr">
              <a:spcBef>
                <a:spcPts val="0"/>
              </a:spcBef>
              <a:spcAft>
                <a:spcPts val="0"/>
              </a:spcAft>
              <a:buClr>
                <a:schemeClr val="dk1"/>
              </a:buClr>
              <a:buSzPts val="1200"/>
              <a:buChar char="•"/>
              <a:defRPr sz="1200">
                <a:solidFill>
                  <a:schemeClr val="dk1"/>
                </a:solidFill>
              </a:defRPr>
            </a:lvl1pPr>
            <a:lvl2pPr indent="-304800" lvl="1" marL="914400" algn="ctr">
              <a:spcBef>
                <a:spcPts val="1000"/>
              </a:spcBef>
              <a:spcAft>
                <a:spcPts val="0"/>
              </a:spcAft>
              <a:buClr>
                <a:schemeClr val="dk1"/>
              </a:buClr>
              <a:buSzPts val="1200"/>
              <a:buChar char="○"/>
              <a:defRPr sz="1200">
                <a:solidFill>
                  <a:schemeClr val="dk1"/>
                </a:solidFill>
              </a:defRPr>
            </a:lvl2pPr>
            <a:lvl3pPr indent="-304800" lvl="2" marL="1371600" algn="ctr">
              <a:spcBef>
                <a:spcPts val="1000"/>
              </a:spcBef>
              <a:spcAft>
                <a:spcPts val="0"/>
              </a:spcAft>
              <a:buClr>
                <a:schemeClr val="dk1"/>
              </a:buClr>
              <a:buSzPts val="1200"/>
              <a:buChar char="■"/>
              <a:defRPr sz="1200">
                <a:solidFill>
                  <a:schemeClr val="dk1"/>
                </a:solidFill>
              </a:defRPr>
            </a:lvl3pPr>
            <a:lvl4pPr indent="-304800" lvl="3" marL="1828800" algn="ctr">
              <a:spcBef>
                <a:spcPts val="1000"/>
              </a:spcBef>
              <a:spcAft>
                <a:spcPts val="0"/>
              </a:spcAft>
              <a:buClr>
                <a:schemeClr val="dk1"/>
              </a:buClr>
              <a:buSzPts val="1200"/>
              <a:buChar char="●"/>
              <a:defRPr sz="1200">
                <a:solidFill>
                  <a:schemeClr val="dk1"/>
                </a:solidFill>
              </a:defRPr>
            </a:lvl4pPr>
            <a:lvl5pPr indent="-304800" lvl="4" marL="2286000" algn="ctr">
              <a:spcBef>
                <a:spcPts val="1000"/>
              </a:spcBef>
              <a:spcAft>
                <a:spcPts val="0"/>
              </a:spcAft>
              <a:buClr>
                <a:schemeClr val="dk1"/>
              </a:buClr>
              <a:buSzPts val="1200"/>
              <a:buChar char="○"/>
              <a:defRPr sz="1200">
                <a:solidFill>
                  <a:schemeClr val="dk1"/>
                </a:solidFill>
              </a:defRPr>
            </a:lvl5pPr>
            <a:lvl6pPr indent="-304800" lvl="5" marL="2743200" algn="ctr">
              <a:spcBef>
                <a:spcPts val="1000"/>
              </a:spcBef>
              <a:spcAft>
                <a:spcPts val="0"/>
              </a:spcAft>
              <a:buClr>
                <a:schemeClr val="dk1"/>
              </a:buClr>
              <a:buSzPts val="1200"/>
              <a:buChar char="■"/>
              <a:defRPr sz="1200">
                <a:solidFill>
                  <a:schemeClr val="dk1"/>
                </a:solidFill>
              </a:defRPr>
            </a:lvl6pPr>
            <a:lvl7pPr indent="-304800" lvl="6" marL="3200400" algn="ctr">
              <a:spcBef>
                <a:spcPts val="1000"/>
              </a:spcBef>
              <a:spcAft>
                <a:spcPts val="0"/>
              </a:spcAft>
              <a:buClr>
                <a:schemeClr val="dk1"/>
              </a:buClr>
              <a:buSzPts val="1200"/>
              <a:buChar char="●"/>
              <a:defRPr sz="1200">
                <a:solidFill>
                  <a:schemeClr val="dk1"/>
                </a:solidFill>
              </a:defRPr>
            </a:lvl7pPr>
            <a:lvl8pPr indent="-304800" lvl="7" marL="3657600" algn="ctr">
              <a:spcBef>
                <a:spcPts val="1000"/>
              </a:spcBef>
              <a:spcAft>
                <a:spcPts val="0"/>
              </a:spcAft>
              <a:buClr>
                <a:schemeClr val="dk1"/>
              </a:buClr>
              <a:buSzPts val="1200"/>
              <a:buChar char="○"/>
              <a:defRPr sz="1200">
                <a:solidFill>
                  <a:schemeClr val="dk1"/>
                </a:solidFill>
              </a:defRPr>
            </a:lvl8pPr>
            <a:lvl9pPr indent="-304800" lvl="8" marL="4114800" algn="ctr">
              <a:spcBef>
                <a:spcPts val="1000"/>
              </a:spcBef>
              <a:spcAft>
                <a:spcPts val="1000"/>
              </a:spcAft>
              <a:buClr>
                <a:schemeClr val="dk1"/>
              </a:buClr>
              <a:buSzPts val="1200"/>
              <a:buChar char="■"/>
              <a:defRPr sz="1200">
                <a:solidFill>
                  <a:schemeClr val="dk1"/>
                </a:solidFill>
              </a:defRPr>
            </a:lvl9pPr>
          </a:lstStyle>
          <a:p/>
        </p:txBody>
      </p:sp>
      <p:sp>
        <p:nvSpPr>
          <p:cNvPr id="556" name="Google Shape;556;p85"/>
          <p:cNvSpPr txBox="1"/>
          <p:nvPr>
            <p:ph idx="3" type="body"/>
          </p:nvPr>
        </p:nvSpPr>
        <p:spPr>
          <a:xfrm>
            <a:off x="4652957" y="2727525"/>
            <a:ext cx="1951800" cy="1848000"/>
          </a:xfrm>
          <a:prstGeom prst="rect">
            <a:avLst/>
          </a:prstGeom>
        </p:spPr>
        <p:txBody>
          <a:bodyPr anchorCtr="0" anchor="t" bIns="91425" lIns="137150" spcFirstLastPara="1" rIns="137150" wrap="square" tIns="91425">
            <a:normAutofit/>
          </a:bodyPr>
          <a:lstStyle>
            <a:lvl1pPr indent="-304800" lvl="0" marL="457200" algn="ctr">
              <a:spcBef>
                <a:spcPts val="0"/>
              </a:spcBef>
              <a:spcAft>
                <a:spcPts val="0"/>
              </a:spcAft>
              <a:buClr>
                <a:schemeClr val="dk1"/>
              </a:buClr>
              <a:buSzPts val="1200"/>
              <a:buChar char="•"/>
              <a:defRPr sz="1200">
                <a:solidFill>
                  <a:schemeClr val="dk1"/>
                </a:solidFill>
              </a:defRPr>
            </a:lvl1pPr>
            <a:lvl2pPr indent="-304800" lvl="1" marL="914400" algn="ctr">
              <a:spcBef>
                <a:spcPts val="1000"/>
              </a:spcBef>
              <a:spcAft>
                <a:spcPts val="0"/>
              </a:spcAft>
              <a:buClr>
                <a:schemeClr val="dk1"/>
              </a:buClr>
              <a:buSzPts val="1200"/>
              <a:buChar char="○"/>
              <a:defRPr sz="1200">
                <a:solidFill>
                  <a:schemeClr val="dk1"/>
                </a:solidFill>
              </a:defRPr>
            </a:lvl2pPr>
            <a:lvl3pPr indent="-304800" lvl="2" marL="1371600" algn="ctr">
              <a:spcBef>
                <a:spcPts val="1000"/>
              </a:spcBef>
              <a:spcAft>
                <a:spcPts val="0"/>
              </a:spcAft>
              <a:buClr>
                <a:schemeClr val="dk1"/>
              </a:buClr>
              <a:buSzPts val="1200"/>
              <a:buChar char="■"/>
              <a:defRPr sz="1200">
                <a:solidFill>
                  <a:schemeClr val="dk1"/>
                </a:solidFill>
              </a:defRPr>
            </a:lvl3pPr>
            <a:lvl4pPr indent="-304800" lvl="3" marL="1828800" algn="ctr">
              <a:spcBef>
                <a:spcPts val="1000"/>
              </a:spcBef>
              <a:spcAft>
                <a:spcPts val="0"/>
              </a:spcAft>
              <a:buClr>
                <a:schemeClr val="dk1"/>
              </a:buClr>
              <a:buSzPts val="1200"/>
              <a:buChar char="●"/>
              <a:defRPr sz="1200">
                <a:solidFill>
                  <a:schemeClr val="dk1"/>
                </a:solidFill>
              </a:defRPr>
            </a:lvl4pPr>
            <a:lvl5pPr indent="-304800" lvl="4" marL="2286000" algn="ctr">
              <a:spcBef>
                <a:spcPts val="1000"/>
              </a:spcBef>
              <a:spcAft>
                <a:spcPts val="0"/>
              </a:spcAft>
              <a:buClr>
                <a:schemeClr val="dk1"/>
              </a:buClr>
              <a:buSzPts val="1200"/>
              <a:buChar char="○"/>
              <a:defRPr sz="1200">
                <a:solidFill>
                  <a:schemeClr val="dk1"/>
                </a:solidFill>
              </a:defRPr>
            </a:lvl5pPr>
            <a:lvl6pPr indent="-304800" lvl="5" marL="2743200" algn="ctr">
              <a:spcBef>
                <a:spcPts val="1000"/>
              </a:spcBef>
              <a:spcAft>
                <a:spcPts val="0"/>
              </a:spcAft>
              <a:buClr>
                <a:schemeClr val="dk1"/>
              </a:buClr>
              <a:buSzPts val="1200"/>
              <a:buChar char="■"/>
              <a:defRPr sz="1200">
                <a:solidFill>
                  <a:schemeClr val="dk1"/>
                </a:solidFill>
              </a:defRPr>
            </a:lvl6pPr>
            <a:lvl7pPr indent="-304800" lvl="6" marL="3200400" algn="ctr">
              <a:spcBef>
                <a:spcPts val="1000"/>
              </a:spcBef>
              <a:spcAft>
                <a:spcPts val="0"/>
              </a:spcAft>
              <a:buClr>
                <a:schemeClr val="dk1"/>
              </a:buClr>
              <a:buSzPts val="1200"/>
              <a:buChar char="●"/>
              <a:defRPr sz="1200">
                <a:solidFill>
                  <a:schemeClr val="dk1"/>
                </a:solidFill>
              </a:defRPr>
            </a:lvl7pPr>
            <a:lvl8pPr indent="-304800" lvl="7" marL="3657600" algn="ctr">
              <a:spcBef>
                <a:spcPts val="1000"/>
              </a:spcBef>
              <a:spcAft>
                <a:spcPts val="0"/>
              </a:spcAft>
              <a:buClr>
                <a:schemeClr val="dk1"/>
              </a:buClr>
              <a:buSzPts val="1200"/>
              <a:buChar char="○"/>
              <a:defRPr sz="1200">
                <a:solidFill>
                  <a:schemeClr val="dk1"/>
                </a:solidFill>
              </a:defRPr>
            </a:lvl8pPr>
            <a:lvl9pPr indent="-304800" lvl="8" marL="4114800" algn="ctr">
              <a:spcBef>
                <a:spcPts val="1000"/>
              </a:spcBef>
              <a:spcAft>
                <a:spcPts val="1000"/>
              </a:spcAft>
              <a:buClr>
                <a:schemeClr val="dk1"/>
              </a:buClr>
              <a:buSzPts val="1200"/>
              <a:buChar char="■"/>
              <a:defRPr sz="1200">
                <a:solidFill>
                  <a:schemeClr val="dk1"/>
                </a:solidFill>
              </a:defRPr>
            </a:lvl9pPr>
          </a:lstStyle>
          <a:p/>
        </p:txBody>
      </p:sp>
      <p:sp>
        <p:nvSpPr>
          <p:cNvPr id="557" name="Google Shape;557;p85"/>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558" name="Google Shape;558;p85"/>
          <p:cNvSpPr txBox="1"/>
          <p:nvPr>
            <p:ph idx="4" type="body"/>
          </p:nvPr>
        </p:nvSpPr>
        <p:spPr>
          <a:xfrm>
            <a:off x="6734864" y="2727525"/>
            <a:ext cx="1951800" cy="1848000"/>
          </a:xfrm>
          <a:prstGeom prst="rect">
            <a:avLst/>
          </a:prstGeom>
        </p:spPr>
        <p:txBody>
          <a:bodyPr anchorCtr="0" anchor="t" bIns="91425" lIns="137150" spcFirstLastPara="1" rIns="137150" wrap="square" tIns="91425">
            <a:normAutofit/>
          </a:bodyPr>
          <a:lstStyle>
            <a:lvl1pPr indent="-304800" lvl="0" marL="457200" algn="ctr">
              <a:spcBef>
                <a:spcPts val="0"/>
              </a:spcBef>
              <a:spcAft>
                <a:spcPts val="0"/>
              </a:spcAft>
              <a:buClr>
                <a:schemeClr val="dk1"/>
              </a:buClr>
              <a:buSzPts val="1200"/>
              <a:buChar char="•"/>
              <a:defRPr sz="1200">
                <a:solidFill>
                  <a:schemeClr val="dk1"/>
                </a:solidFill>
              </a:defRPr>
            </a:lvl1pPr>
            <a:lvl2pPr indent="-304800" lvl="1" marL="914400" algn="ctr">
              <a:spcBef>
                <a:spcPts val="1000"/>
              </a:spcBef>
              <a:spcAft>
                <a:spcPts val="0"/>
              </a:spcAft>
              <a:buClr>
                <a:schemeClr val="dk1"/>
              </a:buClr>
              <a:buSzPts val="1200"/>
              <a:buChar char="○"/>
              <a:defRPr sz="1200">
                <a:solidFill>
                  <a:schemeClr val="dk1"/>
                </a:solidFill>
              </a:defRPr>
            </a:lvl2pPr>
            <a:lvl3pPr indent="-304800" lvl="2" marL="1371600" algn="ctr">
              <a:spcBef>
                <a:spcPts val="1000"/>
              </a:spcBef>
              <a:spcAft>
                <a:spcPts val="0"/>
              </a:spcAft>
              <a:buClr>
                <a:schemeClr val="dk1"/>
              </a:buClr>
              <a:buSzPts val="1200"/>
              <a:buChar char="■"/>
              <a:defRPr sz="1200">
                <a:solidFill>
                  <a:schemeClr val="dk1"/>
                </a:solidFill>
              </a:defRPr>
            </a:lvl3pPr>
            <a:lvl4pPr indent="-304800" lvl="3" marL="1828800" algn="ctr">
              <a:spcBef>
                <a:spcPts val="1000"/>
              </a:spcBef>
              <a:spcAft>
                <a:spcPts val="0"/>
              </a:spcAft>
              <a:buClr>
                <a:schemeClr val="dk1"/>
              </a:buClr>
              <a:buSzPts val="1200"/>
              <a:buChar char="●"/>
              <a:defRPr sz="1200">
                <a:solidFill>
                  <a:schemeClr val="dk1"/>
                </a:solidFill>
              </a:defRPr>
            </a:lvl4pPr>
            <a:lvl5pPr indent="-304800" lvl="4" marL="2286000" algn="ctr">
              <a:spcBef>
                <a:spcPts val="1000"/>
              </a:spcBef>
              <a:spcAft>
                <a:spcPts val="0"/>
              </a:spcAft>
              <a:buClr>
                <a:schemeClr val="dk1"/>
              </a:buClr>
              <a:buSzPts val="1200"/>
              <a:buChar char="○"/>
              <a:defRPr sz="1200">
                <a:solidFill>
                  <a:schemeClr val="dk1"/>
                </a:solidFill>
              </a:defRPr>
            </a:lvl5pPr>
            <a:lvl6pPr indent="-304800" lvl="5" marL="2743200" algn="ctr">
              <a:spcBef>
                <a:spcPts val="1000"/>
              </a:spcBef>
              <a:spcAft>
                <a:spcPts val="0"/>
              </a:spcAft>
              <a:buClr>
                <a:schemeClr val="dk1"/>
              </a:buClr>
              <a:buSzPts val="1200"/>
              <a:buChar char="■"/>
              <a:defRPr sz="1200">
                <a:solidFill>
                  <a:schemeClr val="dk1"/>
                </a:solidFill>
              </a:defRPr>
            </a:lvl6pPr>
            <a:lvl7pPr indent="-304800" lvl="6" marL="3200400" algn="ctr">
              <a:spcBef>
                <a:spcPts val="1000"/>
              </a:spcBef>
              <a:spcAft>
                <a:spcPts val="0"/>
              </a:spcAft>
              <a:buClr>
                <a:schemeClr val="dk1"/>
              </a:buClr>
              <a:buSzPts val="1200"/>
              <a:buChar char="●"/>
              <a:defRPr sz="1200">
                <a:solidFill>
                  <a:schemeClr val="dk1"/>
                </a:solidFill>
              </a:defRPr>
            </a:lvl7pPr>
            <a:lvl8pPr indent="-304800" lvl="7" marL="3657600" algn="ctr">
              <a:spcBef>
                <a:spcPts val="1000"/>
              </a:spcBef>
              <a:spcAft>
                <a:spcPts val="0"/>
              </a:spcAft>
              <a:buClr>
                <a:schemeClr val="dk1"/>
              </a:buClr>
              <a:buSzPts val="1200"/>
              <a:buChar char="○"/>
              <a:defRPr sz="1200">
                <a:solidFill>
                  <a:schemeClr val="dk1"/>
                </a:solidFill>
              </a:defRPr>
            </a:lvl8pPr>
            <a:lvl9pPr indent="-304800" lvl="8" marL="4114800" algn="ctr">
              <a:spcBef>
                <a:spcPts val="1000"/>
              </a:spcBef>
              <a:spcAft>
                <a:spcPts val="1000"/>
              </a:spcAft>
              <a:buClr>
                <a:schemeClr val="dk1"/>
              </a:buClr>
              <a:buSzPts val="1200"/>
              <a:buChar char="■"/>
              <a:defRPr sz="1200">
                <a:solidFill>
                  <a:schemeClr val="dk1"/>
                </a:solidFill>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3">
  <p:cSld name="CUSTOM_3_4">
    <p:spTree>
      <p:nvGrpSpPr>
        <p:cNvPr id="559" name="Shape 559"/>
        <p:cNvGrpSpPr/>
        <p:nvPr/>
      </p:nvGrpSpPr>
      <p:grpSpPr>
        <a:xfrm>
          <a:off x="0" y="0"/>
          <a:ext cx="0" cy="0"/>
          <a:chOff x="0" y="0"/>
          <a:chExt cx="0" cy="0"/>
        </a:xfrm>
      </p:grpSpPr>
      <p:sp>
        <p:nvSpPr>
          <p:cNvPr id="560" name="Google Shape;560;p86"/>
          <p:cNvSpPr txBox="1"/>
          <p:nvPr>
            <p:ph type="title"/>
          </p:nvPr>
        </p:nvSpPr>
        <p:spPr>
          <a:xfrm>
            <a:off x="457200" y="445025"/>
            <a:ext cx="8229600" cy="572700"/>
          </a:xfrm>
          <a:prstGeom prst="rect">
            <a:avLst/>
          </a:prstGeom>
        </p:spPr>
        <p:txBody>
          <a:bodyPr anchorCtr="0" anchor="ctr" bIns="91425" lIns="0" spcFirstLastPara="1" rIns="91425" wrap="square" tIns="91425">
            <a:normAutofit/>
          </a:bodyPr>
          <a:lstStyle>
            <a:lvl1pPr lvl="0">
              <a:spcBef>
                <a:spcPts val="0"/>
              </a:spcBef>
              <a:spcAft>
                <a:spcPts val="0"/>
              </a:spcAft>
              <a:buSzPts val="2200"/>
              <a:buFont typeface="Hanken Grotesk"/>
              <a:buNone/>
              <a:defRPr b="1">
                <a:latin typeface="Hanken Grotesk"/>
                <a:ea typeface="Hanken Grotesk"/>
                <a:cs typeface="Hanken Grotesk"/>
                <a:sym typeface="Hanken Grotesk"/>
              </a:defRPr>
            </a:lvl1pPr>
            <a:lvl2pPr lvl="1">
              <a:spcBef>
                <a:spcPts val="0"/>
              </a:spcBef>
              <a:spcAft>
                <a:spcPts val="0"/>
              </a:spcAft>
              <a:buSzPts val="2200"/>
              <a:buFont typeface="Hanken Grotesk"/>
              <a:buNone/>
              <a:defRPr b="1">
                <a:latin typeface="Hanken Grotesk"/>
                <a:ea typeface="Hanken Grotesk"/>
                <a:cs typeface="Hanken Grotesk"/>
                <a:sym typeface="Hanken Grotesk"/>
              </a:defRPr>
            </a:lvl2pPr>
            <a:lvl3pPr lvl="2">
              <a:spcBef>
                <a:spcPts val="0"/>
              </a:spcBef>
              <a:spcAft>
                <a:spcPts val="0"/>
              </a:spcAft>
              <a:buSzPts val="2200"/>
              <a:buFont typeface="Hanken Grotesk"/>
              <a:buNone/>
              <a:defRPr b="1">
                <a:latin typeface="Hanken Grotesk"/>
                <a:ea typeface="Hanken Grotesk"/>
                <a:cs typeface="Hanken Grotesk"/>
                <a:sym typeface="Hanken Grotesk"/>
              </a:defRPr>
            </a:lvl3pPr>
            <a:lvl4pPr lvl="3">
              <a:spcBef>
                <a:spcPts val="0"/>
              </a:spcBef>
              <a:spcAft>
                <a:spcPts val="0"/>
              </a:spcAft>
              <a:buSzPts val="2200"/>
              <a:buFont typeface="Hanken Grotesk"/>
              <a:buNone/>
              <a:defRPr b="1">
                <a:latin typeface="Hanken Grotesk"/>
                <a:ea typeface="Hanken Grotesk"/>
                <a:cs typeface="Hanken Grotesk"/>
                <a:sym typeface="Hanken Grotesk"/>
              </a:defRPr>
            </a:lvl4pPr>
            <a:lvl5pPr lvl="4">
              <a:spcBef>
                <a:spcPts val="0"/>
              </a:spcBef>
              <a:spcAft>
                <a:spcPts val="0"/>
              </a:spcAft>
              <a:buSzPts val="2200"/>
              <a:buFont typeface="Hanken Grotesk"/>
              <a:buNone/>
              <a:defRPr b="1">
                <a:latin typeface="Hanken Grotesk"/>
                <a:ea typeface="Hanken Grotesk"/>
                <a:cs typeface="Hanken Grotesk"/>
                <a:sym typeface="Hanken Grotesk"/>
              </a:defRPr>
            </a:lvl5pPr>
            <a:lvl6pPr lvl="5">
              <a:spcBef>
                <a:spcPts val="0"/>
              </a:spcBef>
              <a:spcAft>
                <a:spcPts val="0"/>
              </a:spcAft>
              <a:buSzPts val="2200"/>
              <a:buFont typeface="Hanken Grotesk"/>
              <a:buNone/>
              <a:defRPr b="1">
                <a:latin typeface="Hanken Grotesk"/>
                <a:ea typeface="Hanken Grotesk"/>
                <a:cs typeface="Hanken Grotesk"/>
                <a:sym typeface="Hanken Grotesk"/>
              </a:defRPr>
            </a:lvl6pPr>
            <a:lvl7pPr lvl="6">
              <a:spcBef>
                <a:spcPts val="0"/>
              </a:spcBef>
              <a:spcAft>
                <a:spcPts val="0"/>
              </a:spcAft>
              <a:buSzPts val="2200"/>
              <a:buFont typeface="Hanken Grotesk"/>
              <a:buNone/>
              <a:defRPr b="1">
                <a:latin typeface="Hanken Grotesk"/>
                <a:ea typeface="Hanken Grotesk"/>
                <a:cs typeface="Hanken Grotesk"/>
                <a:sym typeface="Hanken Grotesk"/>
              </a:defRPr>
            </a:lvl7pPr>
            <a:lvl8pPr lvl="7">
              <a:spcBef>
                <a:spcPts val="0"/>
              </a:spcBef>
              <a:spcAft>
                <a:spcPts val="0"/>
              </a:spcAft>
              <a:buSzPts val="2200"/>
              <a:buFont typeface="Hanken Grotesk"/>
              <a:buNone/>
              <a:defRPr b="1">
                <a:latin typeface="Hanken Grotesk"/>
                <a:ea typeface="Hanken Grotesk"/>
                <a:cs typeface="Hanken Grotesk"/>
                <a:sym typeface="Hanken Grotesk"/>
              </a:defRPr>
            </a:lvl8pPr>
            <a:lvl9pPr lvl="8">
              <a:spcBef>
                <a:spcPts val="0"/>
              </a:spcBef>
              <a:spcAft>
                <a:spcPts val="0"/>
              </a:spcAft>
              <a:buSzPts val="2200"/>
              <a:buFont typeface="Hanken Grotesk"/>
              <a:buNone/>
              <a:defRPr b="1">
                <a:latin typeface="Hanken Grotesk"/>
                <a:ea typeface="Hanken Grotesk"/>
                <a:cs typeface="Hanken Grotesk"/>
                <a:sym typeface="Hanken Grotesk"/>
              </a:defRPr>
            </a:lvl9pPr>
          </a:lstStyle>
          <a:p/>
        </p:txBody>
      </p:sp>
      <p:sp>
        <p:nvSpPr>
          <p:cNvPr id="561" name="Google Shape;561;p86"/>
          <p:cNvSpPr txBox="1"/>
          <p:nvPr>
            <p:ph idx="1" type="body"/>
          </p:nvPr>
        </p:nvSpPr>
        <p:spPr>
          <a:xfrm>
            <a:off x="457200" y="1140000"/>
            <a:ext cx="8229600" cy="3429000"/>
          </a:xfrm>
          <a:prstGeom prst="rect">
            <a:avLst/>
          </a:prstGeom>
        </p:spPr>
        <p:txBody>
          <a:bodyPr anchorCtr="0" anchor="t" bIns="91425" lIns="0" spcFirstLastPara="1" rIns="91425" wrap="square" tIns="91425">
            <a:normAutofit/>
          </a:bodyPr>
          <a:lstStyle>
            <a:lvl1pPr indent="-304800" lvl="0" marL="457200">
              <a:spcBef>
                <a:spcPts val="0"/>
              </a:spcBef>
              <a:spcAft>
                <a:spcPts val="0"/>
              </a:spcAft>
              <a:buClr>
                <a:schemeClr val="dk1"/>
              </a:buClr>
              <a:buSzPts val="1200"/>
              <a:buChar char="•"/>
              <a:defRPr>
                <a:solidFill>
                  <a:schemeClr val="dk1"/>
                </a:solidFill>
              </a:defRPr>
            </a:lvl1pPr>
            <a:lvl2pPr indent="-330200" lvl="1" marL="914400">
              <a:spcBef>
                <a:spcPts val="1000"/>
              </a:spcBef>
              <a:spcAft>
                <a:spcPts val="0"/>
              </a:spcAft>
              <a:buClr>
                <a:schemeClr val="dk1"/>
              </a:buClr>
              <a:buSzPts val="1600"/>
              <a:buChar char="○"/>
              <a:defRPr sz="1600">
                <a:solidFill>
                  <a:schemeClr val="dk1"/>
                </a:solidFill>
              </a:defRPr>
            </a:lvl2pPr>
            <a:lvl3pPr indent="-330200" lvl="2" marL="1371600">
              <a:spcBef>
                <a:spcPts val="1000"/>
              </a:spcBef>
              <a:spcAft>
                <a:spcPts val="0"/>
              </a:spcAft>
              <a:buClr>
                <a:schemeClr val="dk1"/>
              </a:buClr>
              <a:buSzPts val="1600"/>
              <a:buChar char="■"/>
              <a:defRPr sz="1600">
                <a:solidFill>
                  <a:schemeClr val="dk1"/>
                </a:solidFill>
              </a:defRPr>
            </a:lvl3pPr>
            <a:lvl4pPr indent="-330200" lvl="3" marL="1828800">
              <a:spcBef>
                <a:spcPts val="1000"/>
              </a:spcBef>
              <a:spcAft>
                <a:spcPts val="0"/>
              </a:spcAft>
              <a:buClr>
                <a:schemeClr val="dk1"/>
              </a:buClr>
              <a:buSzPts val="1600"/>
              <a:buChar char="●"/>
              <a:defRPr sz="1600">
                <a:solidFill>
                  <a:schemeClr val="dk1"/>
                </a:solidFill>
              </a:defRPr>
            </a:lvl4pPr>
            <a:lvl5pPr indent="-330200" lvl="4" marL="2286000">
              <a:spcBef>
                <a:spcPts val="1000"/>
              </a:spcBef>
              <a:spcAft>
                <a:spcPts val="0"/>
              </a:spcAft>
              <a:buClr>
                <a:schemeClr val="dk1"/>
              </a:buClr>
              <a:buSzPts val="1600"/>
              <a:buChar char="○"/>
              <a:defRPr sz="1600">
                <a:solidFill>
                  <a:schemeClr val="dk1"/>
                </a:solidFill>
              </a:defRPr>
            </a:lvl5pPr>
            <a:lvl6pPr indent="-330200" lvl="5" marL="2743200">
              <a:spcBef>
                <a:spcPts val="1000"/>
              </a:spcBef>
              <a:spcAft>
                <a:spcPts val="0"/>
              </a:spcAft>
              <a:buClr>
                <a:schemeClr val="dk1"/>
              </a:buClr>
              <a:buSzPts val="1600"/>
              <a:buChar char="■"/>
              <a:defRPr sz="1600">
                <a:solidFill>
                  <a:schemeClr val="dk1"/>
                </a:solidFill>
              </a:defRPr>
            </a:lvl6pPr>
            <a:lvl7pPr indent="-330200" lvl="6" marL="3200400">
              <a:spcBef>
                <a:spcPts val="1000"/>
              </a:spcBef>
              <a:spcAft>
                <a:spcPts val="0"/>
              </a:spcAft>
              <a:buClr>
                <a:schemeClr val="dk1"/>
              </a:buClr>
              <a:buSzPts val="1600"/>
              <a:buChar char="●"/>
              <a:defRPr sz="1600">
                <a:solidFill>
                  <a:schemeClr val="dk1"/>
                </a:solidFill>
              </a:defRPr>
            </a:lvl7pPr>
            <a:lvl8pPr indent="-330200" lvl="7" marL="3657600">
              <a:spcBef>
                <a:spcPts val="1000"/>
              </a:spcBef>
              <a:spcAft>
                <a:spcPts val="0"/>
              </a:spcAft>
              <a:buClr>
                <a:schemeClr val="dk1"/>
              </a:buClr>
              <a:buSzPts val="1600"/>
              <a:buChar char="○"/>
              <a:defRPr sz="1600">
                <a:solidFill>
                  <a:schemeClr val="dk1"/>
                </a:solidFill>
              </a:defRPr>
            </a:lvl8pPr>
            <a:lvl9pPr indent="-330200" lvl="8" marL="4114800">
              <a:spcBef>
                <a:spcPts val="1000"/>
              </a:spcBef>
              <a:spcAft>
                <a:spcPts val="1000"/>
              </a:spcAft>
              <a:buClr>
                <a:schemeClr val="dk1"/>
              </a:buClr>
              <a:buSzPts val="1600"/>
              <a:buChar char="■"/>
              <a:defRPr sz="1600">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5.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42.xml"/><Relationship Id="rId22" Type="http://schemas.openxmlformats.org/officeDocument/2006/relationships/slideLayout" Target="../slideLayouts/slideLayout44.xml"/><Relationship Id="rId21" Type="http://schemas.openxmlformats.org/officeDocument/2006/relationships/slideLayout" Target="../slideLayouts/slideLayout43.xml"/><Relationship Id="rId24" Type="http://schemas.openxmlformats.org/officeDocument/2006/relationships/slideLayout" Target="../slideLayouts/slideLayout46.xml"/><Relationship Id="rId23" Type="http://schemas.openxmlformats.org/officeDocument/2006/relationships/slideLayout" Target="../slideLayouts/slideLayout45.xml"/><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9" Type="http://schemas.openxmlformats.org/officeDocument/2006/relationships/slideLayout" Target="../slideLayouts/slideLayout31.xml"/><Relationship Id="rId26" Type="http://schemas.openxmlformats.org/officeDocument/2006/relationships/slideLayout" Target="../slideLayouts/slideLayout48.xml"/><Relationship Id="rId25" Type="http://schemas.openxmlformats.org/officeDocument/2006/relationships/slideLayout" Target="../slideLayouts/slideLayout47.xml"/><Relationship Id="rId28" Type="http://schemas.openxmlformats.org/officeDocument/2006/relationships/slideLayout" Target="../slideLayouts/slideLayout50.xml"/><Relationship Id="rId27" Type="http://schemas.openxmlformats.org/officeDocument/2006/relationships/slideLayout" Target="../slideLayouts/slideLayout49.xml"/><Relationship Id="rId5" Type="http://schemas.openxmlformats.org/officeDocument/2006/relationships/slideLayout" Target="../slideLayouts/slideLayout27.xml"/><Relationship Id="rId6" Type="http://schemas.openxmlformats.org/officeDocument/2006/relationships/slideLayout" Target="../slideLayouts/slideLayout28.xml"/><Relationship Id="rId29" Type="http://schemas.openxmlformats.org/officeDocument/2006/relationships/slideLayout" Target="../slideLayouts/slideLayout51.xml"/><Relationship Id="rId7" Type="http://schemas.openxmlformats.org/officeDocument/2006/relationships/slideLayout" Target="../slideLayouts/slideLayout29.xml"/><Relationship Id="rId8" Type="http://schemas.openxmlformats.org/officeDocument/2006/relationships/slideLayout" Target="../slideLayouts/slideLayout30.xml"/><Relationship Id="rId31" Type="http://schemas.openxmlformats.org/officeDocument/2006/relationships/slideLayout" Target="../slideLayouts/slideLayout53.xml"/><Relationship Id="rId30" Type="http://schemas.openxmlformats.org/officeDocument/2006/relationships/slideLayout" Target="../slideLayouts/slideLayout52.xml"/><Relationship Id="rId11" Type="http://schemas.openxmlformats.org/officeDocument/2006/relationships/slideLayout" Target="../slideLayouts/slideLayout33.xml"/><Relationship Id="rId33" Type="http://schemas.openxmlformats.org/officeDocument/2006/relationships/slideLayout" Target="../slideLayouts/slideLayout55.xml"/><Relationship Id="rId10" Type="http://schemas.openxmlformats.org/officeDocument/2006/relationships/slideLayout" Target="../slideLayouts/slideLayout32.xml"/><Relationship Id="rId32" Type="http://schemas.openxmlformats.org/officeDocument/2006/relationships/slideLayout" Target="../slideLayouts/slideLayout54.xml"/><Relationship Id="rId13" Type="http://schemas.openxmlformats.org/officeDocument/2006/relationships/slideLayout" Target="../slideLayouts/slideLayout35.xml"/><Relationship Id="rId35" Type="http://schemas.openxmlformats.org/officeDocument/2006/relationships/slideLayout" Target="../slideLayouts/slideLayout57.xml"/><Relationship Id="rId12" Type="http://schemas.openxmlformats.org/officeDocument/2006/relationships/slideLayout" Target="../slideLayouts/slideLayout34.xml"/><Relationship Id="rId34" Type="http://schemas.openxmlformats.org/officeDocument/2006/relationships/slideLayout" Target="../slideLayouts/slideLayout56.xml"/><Relationship Id="rId15" Type="http://schemas.openxmlformats.org/officeDocument/2006/relationships/slideLayout" Target="../slideLayouts/slideLayout37.xml"/><Relationship Id="rId37" Type="http://schemas.openxmlformats.org/officeDocument/2006/relationships/slideLayout" Target="../slideLayouts/slideLayout59.xml"/><Relationship Id="rId14" Type="http://schemas.openxmlformats.org/officeDocument/2006/relationships/slideLayout" Target="../slideLayouts/slideLayout36.xml"/><Relationship Id="rId36" Type="http://schemas.openxmlformats.org/officeDocument/2006/relationships/slideLayout" Target="../slideLayouts/slideLayout58.xml"/><Relationship Id="rId17" Type="http://schemas.openxmlformats.org/officeDocument/2006/relationships/slideLayout" Target="../slideLayouts/slideLayout39.xml"/><Relationship Id="rId16" Type="http://schemas.openxmlformats.org/officeDocument/2006/relationships/slideLayout" Target="../slideLayouts/slideLayout38.xml"/><Relationship Id="rId38" Type="http://schemas.openxmlformats.org/officeDocument/2006/relationships/theme" Target="../theme/theme4.xml"/><Relationship Id="rId19" Type="http://schemas.openxmlformats.org/officeDocument/2006/relationships/slideLayout" Target="../slideLayouts/slideLayout41.xml"/><Relationship Id="rId18" Type="http://schemas.openxmlformats.org/officeDocument/2006/relationships/slideLayout" Target="../slideLayouts/slideLayout40.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79.xml"/><Relationship Id="rId22" Type="http://schemas.openxmlformats.org/officeDocument/2006/relationships/slideLayout" Target="../slideLayouts/slideLayout81.xml"/><Relationship Id="rId21" Type="http://schemas.openxmlformats.org/officeDocument/2006/relationships/slideLayout" Target="../slideLayouts/slideLayout80.xml"/><Relationship Id="rId24" Type="http://schemas.openxmlformats.org/officeDocument/2006/relationships/theme" Target="../theme/theme1.xml"/><Relationship Id="rId23" Type="http://schemas.openxmlformats.org/officeDocument/2006/relationships/slideLayout" Target="../slideLayouts/slideLayout82.xml"/><Relationship Id="rId1" Type="http://schemas.openxmlformats.org/officeDocument/2006/relationships/slideLayout" Target="../slideLayouts/slideLayout60.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9" Type="http://schemas.openxmlformats.org/officeDocument/2006/relationships/slideLayout" Target="../slideLayouts/slideLayout68.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11" Type="http://schemas.openxmlformats.org/officeDocument/2006/relationships/slideLayout" Target="../slideLayouts/slideLayout70.xml"/><Relationship Id="rId10" Type="http://schemas.openxmlformats.org/officeDocument/2006/relationships/slideLayout" Target="../slideLayouts/slideLayout69.xml"/><Relationship Id="rId13" Type="http://schemas.openxmlformats.org/officeDocument/2006/relationships/slideLayout" Target="../slideLayouts/slideLayout72.xml"/><Relationship Id="rId12" Type="http://schemas.openxmlformats.org/officeDocument/2006/relationships/slideLayout" Target="../slideLayouts/slideLayout71.xml"/><Relationship Id="rId15" Type="http://schemas.openxmlformats.org/officeDocument/2006/relationships/slideLayout" Target="../slideLayouts/slideLayout74.xml"/><Relationship Id="rId14" Type="http://schemas.openxmlformats.org/officeDocument/2006/relationships/slideLayout" Target="../slideLayouts/slideLayout73.xml"/><Relationship Id="rId17" Type="http://schemas.openxmlformats.org/officeDocument/2006/relationships/slideLayout" Target="../slideLayouts/slideLayout76.xml"/><Relationship Id="rId16" Type="http://schemas.openxmlformats.org/officeDocument/2006/relationships/slideLayout" Target="../slideLayouts/slideLayout75.xml"/><Relationship Id="rId19" Type="http://schemas.openxmlformats.org/officeDocument/2006/relationships/slideLayout" Target="../slideLayouts/slideLayout78.xml"/><Relationship Id="rId18"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5"/>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5"/>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311700" y="1152475"/>
            <a:ext cx="8520600" cy="3416400"/>
          </a:xfrm>
          <a:prstGeom prst="rect">
            <a:avLst/>
          </a:prstGeom>
          <a:noFill/>
          <a:ln>
            <a:noFill/>
          </a:ln>
        </p:spPr>
        <p:txBody>
          <a:bodyPr anchorCtr="0" anchor="t" bIns="91425" lIns="0" spcFirstLastPara="1" rIns="91425" wrap="square" tIns="91425">
            <a:normAutofit/>
          </a:bodyPr>
          <a:lstStyle>
            <a:lvl1pPr indent="-304800" lvl="0" marL="4572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1pPr>
            <a:lvl2pPr indent="-304800" lvl="1" marL="9144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2pPr>
            <a:lvl3pPr indent="-304800" lvl="2" marL="13716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3pPr>
            <a:lvl4pPr indent="-304800" lvl="3" marL="18288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4pPr>
            <a:lvl5pPr indent="-304800" lvl="4" marL="22860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5pPr>
            <a:lvl6pPr indent="-304800" lvl="5" marL="27432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6pPr>
            <a:lvl7pPr indent="-304800" lvl="6" marL="32004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7pPr>
            <a:lvl8pPr indent="-304800" lvl="7" marL="36576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8pPr>
            <a:lvl9pPr indent="-304800" lvl="8" marL="41148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9pPr>
          </a:lstStyle>
          <a:p/>
        </p:txBody>
      </p:sp>
      <p:sp>
        <p:nvSpPr>
          <p:cNvPr id="52" name="Google Shape;5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Inter"/>
                <a:ea typeface="Inter"/>
                <a:cs typeface="Inter"/>
                <a:sym typeface="Inter"/>
              </a:defRPr>
            </a:lvl1pPr>
            <a:lvl2pPr lvl="1" algn="r">
              <a:buNone/>
              <a:defRPr sz="1000">
                <a:solidFill>
                  <a:schemeClr val="dk2"/>
                </a:solidFill>
                <a:latin typeface="Inter"/>
                <a:ea typeface="Inter"/>
                <a:cs typeface="Inter"/>
                <a:sym typeface="Inter"/>
              </a:defRPr>
            </a:lvl2pPr>
            <a:lvl3pPr lvl="2" algn="r">
              <a:buNone/>
              <a:defRPr sz="1000">
                <a:solidFill>
                  <a:schemeClr val="dk2"/>
                </a:solidFill>
                <a:latin typeface="Inter"/>
                <a:ea typeface="Inter"/>
                <a:cs typeface="Inter"/>
                <a:sym typeface="Inter"/>
              </a:defRPr>
            </a:lvl3pPr>
            <a:lvl4pPr lvl="3" algn="r">
              <a:buNone/>
              <a:defRPr sz="1000">
                <a:solidFill>
                  <a:schemeClr val="dk2"/>
                </a:solidFill>
                <a:latin typeface="Inter"/>
                <a:ea typeface="Inter"/>
                <a:cs typeface="Inter"/>
                <a:sym typeface="Inter"/>
              </a:defRPr>
            </a:lvl4pPr>
            <a:lvl5pPr lvl="4" algn="r">
              <a:buNone/>
              <a:defRPr sz="1000">
                <a:solidFill>
                  <a:schemeClr val="dk2"/>
                </a:solidFill>
                <a:latin typeface="Inter"/>
                <a:ea typeface="Inter"/>
                <a:cs typeface="Inter"/>
                <a:sym typeface="Inter"/>
              </a:defRPr>
            </a:lvl5pPr>
            <a:lvl6pPr lvl="5" algn="r">
              <a:buNone/>
              <a:defRPr sz="1000">
                <a:solidFill>
                  <a:schemeClr val="dk2"/>
                </a:solidFill>
                <a:latin typeface="Inter"/>
                <a:ea typeface="Inter"/>
                <a:cs typeface="Inter"/>
                <a:sym typeface="Inter"/>
              </a:defRPr>
            </a:lvl6pPr>
            <a:lvl7pPr lvl="6" algn="r">
              <a:buNone/>
              <a:defRPr sz="1000">
                <a:solidFill>
                  <a:schemeClr val="dk2"/>
                </a:solidFill>
                <a:latin typeface="Inter"/>
                <a:ea typeface="Inter"/>
                <a:cs typeface="Inter"/>
                <a:sym typeface="Inter"/>
              </a:defRPr>
            </a:lvl7pPr>
            <a:lvl8pPr lvl="7" algn="r">
              <a:buNone/>
              <a:defRPr sz="1000">
                <a:solidFill>
                  <a:schemeClr val="dk2"/>
                </a:solidFill>
                <a:latin typeface="Inter"/>
                <a:ea typeface="Inter"/>
                <a:cs typeface="Inter"/>
                <a:sym typeface="Inter"/>
              </a:defRPr>
            </a:lvl8pPr>
            <a:lvl9pPr lvl="8" algn="r">
              <a:buNone/>
              <a:defRPr sz="10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zh-TW"/>
              <a:t>‹#›</a:t>
            </a:fld>
            <a:endParaRPr/>
          </a:p>
        </p:txBody>
      </p:sp>
      <p:sp>
        <p:nvSpPr>
          <p:cNvPr id="53" name="Google Shape;53;p13"/>
          <p:cNvSpPr txBox="1"/>
          <p:nvPr>
            <p:ph type="title"/>
          </p:nvPr>
        </p:nvSpPr>
        <p:spPr>
          <a:xfrm>
            <a:off x="311700" y="444125"/>
            <a:ext cx="8520600" cy="475500"/>
          </a:xfrm>
          <a:prstGeom prst="rect">
            <a:avLst/>
          </a:prstGeom>
          <a:noFill/>
          <a:ln>
            <a:noFill/>
          </a:ln>
        </p:spPr>
        <p:txBody>
          <a:bodyPr anchorCtr="0" anchor="t" bIns="91425" lIns="0" spcFirstLastPara="1" rIns="91425" wrap="square" tIns="91425">
            <a:normAutofit/>
          </a:bodyPr>
          <a:lstStyle>
            <a:lvl1pPr lvl="0">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1pPr>
            <a:lvl2pPr lvl="1">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2pPr>
            <a:lvl3pPr lvl="2">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3pPr>
            <a:lvl4pPr lvl="3">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4pPr>
            <a:lvl5pPr lvl="4">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5pPr>
            <a:lvl6pPr lvl="5">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6pPr>
            <a:lvl7pPr lvl="6">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7pPr>
            <a:lvl8pPr lvl="7">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8pPr>
            <a:lvl9pPr lvl="8">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
          <p15:clr>
            <a:srgbClr val="E46962"/>
          </p15:clr>
        </p15:guide>
        <p15:guide id="2" pos="196">
          <p15:clr>
            <a:srgbClr val="E46962"/>
          </p15:clr>
        </p15:guide>
        <p15:guide id="3" orient="horz" pos="3024">
          <p15:clr>
            <a:srgbClr val="E46962"/>
          </p15:clr>
        </p15:guide>
        <p15:guide id="4" pos="5564">
          <p15:clr>
            <a:srgbClr val="E46962"/>
          </p15:clr>
        </p15:guide>
        <p15:guide id="5" pos="101">
          <p15:clr>
            <a:srgbClr val="E46962"/>
          </p15:clr>
        </p15:guide>
        <p15:guide id="6" orient="horz" pos="125">
          <p15:clr>
            <a:srgbClr val="E46962"/>
          </p15:clr>
        </p15:guide>
        <p15:guide id="7" orient="horz" pos="3115">
          <p15:clr>
            <a:srgbClr val="E46962"/>
          </p15:clr>
        </p15:guide>
        <p15:guide id="8" pos="5659">
          <p15:clr>
            <a:srgbClr val="E46962"/>
          </p15:clr>
        </p15:guide>
        <p15:guide id="9" orient="horz" pos="2933">
          <p15:clr>
            <a:srgbClr val="E46962"/>
          </p15:clr>
        </p15:guide>
        <p15:guide id="10" orient="horz" pos="579">
          <p15:clr>
            <a:srgbClr val="E46962"/>
          </p15:clr>
        </p15:guide>
        <p15:guide id="11" orient="horz" pos="726">
          <p15:clr>
            <a:srgbClr val="E46962"/>
          </p15:clr>
        </p15:guide>
        <p15:guide id="12" pos="2880">
          <p15:clr>
            <a:srgbClr val="E46962"/>
          </p15:clr>
        </p15:guide>
        <p15:guide id="13" pos="2835">
          <p15:clr>
            <a:srgbClr val="E46962"/>
          </p15:clr>
        </p15:guide>
        <p15:guide id="14" pos="2925">
          <p15:clr>
            <a:srgbClr val="E46962"/>
          </p15:clr>
        </p15:guide>
        <p15:guide id="15" pos="1927">
          <p15:clr>
            <a:srgbClr val="E46962"/>
          </p15:clr>
        </p15:guide>
        <p15:guide id="16" pos="2015">
          <p15:clr>
            <a:srgbClr val="E46962"/>
          </p15:clr>
        </p15:guide>
        <p15:guide id="17" pos="1971">
          <p15:clr>
            <a:srgbClr val="E46962"/>
          </p15:clr>
        </p15:guide>
        <p15:guide id="18" pos="3745">
          <p15:clr>
            <a:srgbClr val="E46962"/>
          </p15:clr>
        </p15:guide>
        <p15:guide id="19" pos="3789">
          <p15:clr>
            <a:srgbClr val="E46962"/>
          </p15:clr>
        </p15:guide>
        <p15:guide id="20" pos="3833">
          <p15:clr>
            <a:srgbClr val="E46962"/>
          </p15:clr>
        </p15:guide>
        <p15:guide id="21" pos="1062">
          <p15:clr>
            <a:srgbClr val="E46962"/>
          </p15:clr>
        </p15:guide>
        <p15:guide id="22" pos="1014">
          <p15:clr>
            <a:srgbClr val="E46962"/>
          </p15:clr>
        </p15:guide>
        <p15:guide id="23" pos="1105">
          <p15:clr>
            <a:srgbClr val="E46962"/>
          </p15:clr>
        </p15:guide>
        <p15:guide id="24" pos="4698">
          <p15:clr>
            <a:srgbClr val="E46962"/>
          </p15:clr>
        </p15:guide>
        <p15:guide id="25" pos="4746">
          <p15:clr>
            <a:srgbClr val="E46962"/>
          </p15:clr>
        </p15:guide>
        <p15:guide id="26" pos="4651">
          <p15:clr>
            <a:srgbClr val="E46962"/>
          </p15:clr>
        </p15:guide>
        <p15:guide id="27" orient="horz" pos="1829">
          <p15:clr>
            <a:srgbClr val="E46962"/>
          </p15:clr>
        </p15:guide>
        <p15:guide id="28" orient="horz" pos="1780">
          <p15:clr>
            <a:srgbClr val="E46962"/>
          </p15:clr>
        </p15:guide>
        <p15:guide id="29" orient="horz" pos="1879">
          <p15:clr>
            <a:srgbClr val="E46962"/>
          </p15:clr>
        </p15:guide>
        <p15:guide id="30" pos="1516">
          <p15:clr>
            <a:srgbClr val="E46962"/>
          </p15:clr>
        </p15:guide>
        <p15:guide id="31" pos="1561">
          <p15:clr>
            <a:srgbClr val="E46962"/>
          </p15:clr>
        </p15:guide>
        <p15:guide id="32" pos="1471">
          <p15:clr>
            <a:srgbClr val="E46962"/>
          </p15:clr>
        </p15:guide>
        <p15:guide id="33" pos="4244">
          <p15:clr>
            <a:srgbClr val="E46962"/>
          </p15:clr>
        </p15:guide>
        <p15:guide id="34" pos="4289">
          <p15:clr>
            <a:srgbClr val="E46962"/>
          </p15:clr>
        </p15:guide>
        <p15:guide id="35" pos="4199">
          <p15:clr>
            <a:srgbClr val="E46962"/>
          </p15:clr>
        </p15:guide>
        <p15:guide id="36" pos="240">
          <p15:clr>
            <a:srgbClr val="E46962"/>
          </p15:clr>
        </p15:guide>
        <p15:guide id="37" orient="horz" pos="1011">
          <p15:clr>
            <a:srgbClr val="E46962"/>
          </p15:clr>
        </p15:guide>
        <p15:guide id="38" orient="horz" pos="1322">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5"/>
        </a:solidFill>
      </p:bgPr>
    </p:bg>
    <p:spTree>
      <p:nvGrpSpPr>
        <p:cNvPr id="139" name="Shape 139"/>
        <p:cNvGrpSpPr/>
        <p:nvPr/>
      </p:nvGrpSpPr>
      <p:grpSpPr>
        <a:xfrm>
          <a:off x="0" y="0"/>
          <a:ext cx="0" cy="0"/>
          <a:chOff x="0" y="0"/>
          <a:chExt cx="0" cy="0"/>
        </a:xfrm>
      </p:grpSpPr>
      <p:sp>
        <p:nvSpPr>
          <p:cNvPr id="140" name="Google Shape;140;p25"/>
          <p:cNvSpPr txBox="1"/>
          <p:nvPr>
            <p:ph idx="1" type="body"/>
          </p:nvPr>
        </p:nvSpPr>
        <p:spPr>
          <a:xfrm>
            <a:off x="311700" y="1152475"/>
            <a:ext cx="8520600" cy="3416400"/>
          </a:xfrm>
          <a:prstGeom prst="rect">
            <a:avLst/>
          </a:prstGeom>
          <a:noFill/>
          <a:ln>
            <a:noFill/>
          </a:ln>
        </p:spPr>
        <p:txBody>
          <a:bodyPr anchorCtr="0" anchor="t" bIns="91425" lIns="0" spcFirstLastPara="1" rIns="91425" wrap="square" tIns="91425">
            <a:normAutofit/>
          </a:bodyPr>
          <a:lstStyle>
            <a:lvl1pPr indent="-304800" lvl="0" marL="4572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1pPr>
            <a:lvl2pPr indent="-304800" lvl="1" marL="9144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2pPr>
            <a:lvl3pPr indent="-304800" lvl="2" marL="13716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3pPr>
            <a:lvl4pPr indent="-304800" lvl="3" marL="18288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4pPr>
            <a:lvl5pPr indent="-304800" lvl="4" marL="22860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5pPr>
            <a:lvl6pPr indent="-304800" lvl="5" marL="27432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6pPr>
            <a:lvl7pPr indent="-304800" lvl="6" marL="32004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7pPr>
            <a:lvl8pPr indent="-304800" lvl="7" marL="36576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8pPr>
            <a:lvl9pPr indent="-304800" lvl="8" marL="41148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9pPr>
          </a:lstStyle>
          <a:p/>
        </p:txBody>
      </p:sp>
      <p:sp>
        <p:nvSpPr>
          <p:cNvPr id="141" name="Google Shape;141;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Inter"/>
                <a:ea typeface="Inter"/>
                <a:cs typeface="Inter"/>
                <a:sym typeface="Inter"/>
              </a:defRPr>
            </a:lvl1pPr>
            <a:lvl2pPr lvl="1" algn="r">
              <a:buNone/>
              <a:defRPr sz="1000">
                <a:solidFill>
                  <a:schemeClr val="dk2"/>
                </a:solidFill>
                <a:latin typeface="Inter"/>
                <a:ea typeface="Inter"/>
                <a:cs typeface="Inter"/>
                <a:sym typeface="Inter"/>
              </a:defRPr>
            </a:lvl2pPr>
            <a:lvl3pPr lvl="2" algn="r">
              <a:buNone/>
              <a:defRPr sz="1000">
                <a:solidFill>
                  <a:schemeClr val="dk2"/>
                </a:solidFill>
                <a:latin typeface="Inter"/>
                <a:ea typeface="Inter"/>
                <a:cs typeface="Inter"/>
                <a:sym typeface="Inter"/>
              </a:defRPr>
            </a:lvl3pPr>
            <a:lvl4pPr lvl="3" algn="r">
              <a:buNone/>
              <a:defRPr sz="1000">
                <a:solidFill>
                  <a:schemeClr val="dk2"/>
                </a:solidFill>
                <a:latin typeface="Inter"/>
                <a:ea typeface="Inter"/>
                <a:cs typeface="Inter"/>
                <a:sym typeface="Inter"/>
              </a:defRPr>
            </a:lvl4pPr>
            <a:lvl5pPr lvl="4" algn="r">
              <a:buNone/>
              <a:defRPr sz="1000">
                <a:solidFill>
                  <a:schemeClr val="dk2"/>
                </a:solidFill>
                <a:latin typeface="Inter"/>
                <a:ea typeface="Inter"/>
                <a:cs typeface="Inter"/>
                <a:sym typeface="Inter"/>
              </a:defRPr>
            </a:lvl5pPr>
            <a:lvl6pPr lvl="5" algn="r">
              <a:buNone/>
              <a:defRPr sz="1000">
                <a:solidFill>
                  <a:schemeClr val="dk2"/>
                </a:solidFill>
                <a:latin typeface="Inter"/>
                <a:ea typeface="Inter"/>
                <a:cs typeface="Inter"/>
                <a:sym typeface="Inter"/>
              </a:defRPr>
            </a:lvl6pPr>
            <a:lvl7pPr lvl="6" algn="r">
              <a:buNone/>
              <a:defRPr sz="1000">
                <a:solidFill>
                  <a:schemeClr val="dk2"/>
                </a:solidFill>
                <a:latin typeface="Inter"/>
                <a:ea typeface="Inter"/>
                <a:cs typeface="Inter"/>
                <a:sym typeface="Inter"/>
              </a:defRPr>
            </a:lvl7pPr>
            <a:lvl8pPr lvl="7" algn="r">
              <a:buNone/>
              <a:defRPr sz="1000">
                <a:solidFill>
                  <a:schemeClr val="dk2"/>
                </a:solidFill>
                <a:latin typeface="Inter"/>
                <a:ea typeface="Inter"/>
                <a:cs typeface="Inter"/>
                <a:sym typeface="Inter"/>
              </a:defRPr>
            </a:lvl8pPr>
            <a:lvl9pPr lvl="8" algn="r">
              <a:buNone/>
              <a:defRPr sz="10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zh-TW"/>
              <a:t>‹#›</a:t>
            </a:fld>
            <a:endParaRPr/>
          </a:p>
        </p:txBody>
      </p:sp>
      <p:sp>
        <p:nvSpPr>
          <p:cNvPr id="142" name="Google Shape;142;p25"/>
          <p:cNvSpPr txBox="1"/>
          <p:nvPr>
            <p:ph type="title"/>
          </p:nvPr>
        </p:nvSpPr>
        <p:spPr>
          <a:xfrm>
            <a:off x="311700" y="444125"/>
            <a:ext cx="8520600" cy="475500"/>
          </a:xfrm>
          <a:prstGeom prst="rect">
            <a:avLst/>
          </a:prstGeom>
          <a:noFill/>
          <a:ln>
            <a:noFill/>
          </a:ln>
        </p:spPr>
        <p:txBody>
          <a:bodyPr anchorCtr="0" anchor="t" bIns="91425" lIns="0" spcFirstLastPara="1" rIns="91425" wrap="square" tIns="91425">
            <a:normAutofit/>
          </a:bodyPr>
          <a:lstStyle>
            <a:lvl1pPr lvl="0">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1pPr>
            <a:lvl2pPr lvl="1">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2pPr>
            <a:lvl3pPr lvl="2">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3pPr>
            <a:lvl4pPr lvl="3">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4pPr>
            <a:lvl5pPr lvl="4">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5pPr>
            <a:lvl6pPr lvl="5">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6pPr>
            <a:lvl7pPr lvl="6">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7pPr>
            <a:lvl8pPr lvl="7">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8pPr>
            <a:lvl9pPr lvl="8">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9pPr>
          </a:lstStyle>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 id="2147483690" r:id="rId21"/>
    <p:sldLayoutId id="2147483691" r:id="rId22"/>
    <p:sldLayoutId id="2147483692" r:id="rId23"/>
    <p:sldLayoutId id="2147483693" r:id="rId24"/>
    <p:sldLayoutId id="2147483694" r:id="rId25"/>
    <p:sldLayoutId id="2147483695" r:id="rId26"/>
    <p:sldLayoutId id="2147483696" r:id="rId27"/>
    <p:sldLayoutId id="2147483697" r:id="rId28"/>
    <p:sldLayoutId id="2147483698" r:id="rId29"/>
    <p:sldLayoutId id="2147483699" r:id="rId30"/>
    <p:sldLayoutId id="2147483700" r:id="rId31"/>
    <p:sldLayoutId id="2147483701" r:id="rId32"/>
    <p:sldLayoutId id="2147483702" r:id="rId33"/>
    <p:sldLayoutId id="2147483703" r:id="rId34"/>
    <p:sldLayoutId id="2147483704" r:id="rId35"/>
    <p:sldLayoutId id="2147483705" r:id="rId36"/>
    <p:sldLayoutId id="2147483706" r:id="rId3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
          <p15:clr>
            <a:srgbClr val="E46962"/>
          </p15:clr>
        </p15:guide>
        <p15:guide id="2" pos="196">
          <p15:clr>
            <a:srgbClr val="E46962"/>
          </p15:clr>
        </p15:guide>
        <p15:guide id="3" orient="horz" pos="3024">
          <p15:clr>
            <a:srgbClr val="E46962"/>
          </p15:clr>
        </p15:guide>
        <p15:guide id="4" pos="5564">
          <p15:clr>
            <a:srgbClr val="E46962"/>
          </p15:clr>
        </p15:guide>
        <p15:guide id="5" pos="101">
          <p15:clr>
            <a:srgbClr val="E46962"/>
          </p15:clr>
        </p15:guide>
        <p15:guide id="6" orient="horz" pos="125">
          <p15:clr>
            <a:srgbClr val="E46962"/>
          </p15:clr>
        </p15:guide>
        <p15:guide id="7" orient="horz" pos="3115">
          <p15:clr>
            <a:srgbClr val="E46962"/>
          </p15:clr>
        </p15:guide>
        <p15:guide id="8" pos="5659">
          <p15:clr>
            <a:srgbClr val="E46962"/>
          </p15:clr>
        </p15:guide>
        <p15:guide id="9" orient="horz" pos="2933">
          <p15:clr>
            <a:srgbClr val="E46962"/>
          </p15:clr>
        </p15:guide>
        <p15:guide id="10" orient="horz" pos="579">
          <p15:clr>
            <a:srgbClr val="E46962"/>
          </p15:clr>
        </p15:guide>
        <p15:guide id="11" orient="horz" pos="726">
          <p15:clr>
            <a:srgbClr val="E46962"/>
          </p15:clr>
        </p15:guide>
        <p15:guide id="12" pos="2880">
          <p15:clr>
            <a:srgbClr val="E46962"/>
          </p15:clr>
        </p15:guide>
        <p15:guide id="13" pos="2835">
          <p15:clr>
            <a:srgbClr val="E46962"/>
          </p15:clr>
        </p15:guide>
        <p15:guide id="14" pos="2925">
          <p15:clr>
            <a:srgbClr val="E46962"/>
          </p15:clr>
        </p15:guide>
        <p15:guide id="15" pos="1927">
          <p15:clr>
            <a:srgbClr val="E46962"/>
          </p15:clr>
        </p15:guide>
        <p15:guide id="16" pos="2015">
          <p15:clr>
            <a:srgbClr val="E46962"/>
          </p15:clr>
        </p15:guide>
        <p15:guide id="17" pos="1971">
          <p15:clr>
            <a:srgbClr val="E46962"/>
          </p15:clr>
        </p15:guide>
        <p15:guide id="18" pos="3745">
          <p15:clr>
            <a:srgbClr val="E46962"/>
          </p15:clr>
        </p15:guide>
        <p15:guide id="19" pos="3789">
          <p15:clr>
            <a:srgbClr val="E46962"/>
          </p15:clr>
        </p15:guide>
        <p15:guide id="20" pos="3833">
          <p15:clr>
            <a:srgbClr val="E46962"/>
          </p15:clr>
        </p15:guide>
        <p15:guide id="21" pos="1062">
          <p15:clr>
            <a:srgbClr val="E46962"/>
          </p15:clr>
        </p15:guide>
        <p15:guide id="22" pos="1014">
          <p15:clr>
            <a:srgbClr val="E46962"/>
          </p15:clr>
        </p15:guide>
        <p15:guide id="23" pos="1105">
          <p15:clr>
            <a:srgbClr val="E46962"/>
          </p15:clr>
        </p15:guide>
        <p15:guide id="24" pos="4698">
          <p15:clr>
            <a:srgbClr val="E46962"/>
          </p15:clr>
        </p15:guide>
        <p15:guide id="25" pos="4746">
          <p15:clr>
            <a:srgbClr val="E46962"/>
          </p15:clr>
        </p15:guide>
        <p15:guide id="26" pos="4651">
          <p15:clr>
            <a:srgbClr val="E46962"/>
          </p15:clr>
        </p15:guide>
        <p15:guide id="27" orient="horz" pos="1829">
          <p15:clr>
            <a:srgbClr val="E46962"/>
          </p15:clr>
        </p15:guide>
        <p15:guide id="28" orient="horz" pos="1780">
          <p15:clr>
            <a:srgbClr val="E46962"/>
          </p15:clr>
        </p15:guide>
        <p15:guide id="29" orient="horz" pos="1879">
          <p15:clr>
            <a:srgbClr val="E46962"/>
          </p15:clr>
        </p15:guide>
        <p15:guide id="30" pos="1516">
          <p15:clr>
            <a:srgbClr val="E46962"/>
          </p15:clr>
        </p15:guide>
        <p15:guide id="31" pos="1561">
          <p15:clr>
            <a:srgbClr val="E46962"/>
          </p15:clr>
        </p15:guide>
        <p15:guide id="32" pos="1471">
          <p15:clr>
            <a:srgbClr val="E46962"/>
          </p15:clr>
        </p15:guide>
        <p15:guide id="33" pos="4244">
          <p15:clr>
            <a:srgbClr val="E46962"/>
          </p15:clr>
        </p15:guide>
        <p15:guide id="34" pos="4289">
          <p15:clr>
            <a:srgbClr val="E46962"/>
          </p15:clr>
        </p15:guide>
        <p15:guide id="35" pos="4199">
          <p15:clr>
            <a:srgbClr val="E46962"/>
          </p15:clr>
        </p15:guide>
        <p15:guide id="36" pos="240">
          <p15:clr>
            <a:srgbClr val="E46962"/>
          </p15:clr>
        </p15:guide>
        <p15:guide id="37" orient="horz" pos="1011">
          <p15:clr>
            <a:srgbClr val="E46962"/>
          </p15:clr>
        </p15:guide>
        <p15:guide id="38" orient="horz" pos="1322">
          <p15:clr>
            <a:srgbClr val="E46962"/>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5"/>
        </a:solidFill>
      </p:bgPr>
    </p:bg>
    <p:spTree>
      <p:nvGrpSpPr>
        <p:cNvPr id="391" name="Shape 391"/>
        <p:cNvGrpSpPr/>
        <p:nvPr/>
      </p:nvGrpSpPr>
      <p:grpSpPr>
        <a:xfrm>
          <a:off x="0" y="0"/>
          <a:ext cx="0" cy="0"/>
          <a:chOff x="0" y="0"/>
          <a:chExt cx="0" cy="0"/>
        </a:xfrm>
      </p:grpSpPr>
      <p:sp>
        <p:nvSpPr>
          <p:cNvPr id="392" name="Google Shape;392;p63"/>
          <p:cNvSpPr txBox="1"/>
          <p:nvPr>
            <p:ph idx="1" type="body"/>
          </p:nvPr>
        </p:nvSpPr>
        <p:spPr>
          <a:xfrm>
            <a:off x="311700" y="1152475"/>
            <a:ext cx="8520600" cy="3416400"/>
          </a:xfrm>
          <a:prstGeom prst="rect">
            <a:avLst/>
          </a:prstGeom>
          <a:noFill/>
          <a:ln>
            <a:noFill/>
          </a:ln>
        </p:spPr>
        <p:txBody>
          <a:bodyPr anchorCtr="0" anchor="t" bIns="91425" lIns="0" spcFirstLastPara="1" rIns="91425" wrap="square" tIns="91425">
            <a:normAutofit/>
          </a:bodyPr>
          <a:lstStyle>
            <a:lvl1pPr indent="-304800" lvl="0" marL="4572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1pPr>
            <a:lvl2pPr indent="-304800" lvl="1" marL="9144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2pPr>
            <a:lvl3pPr indent="-304800" lvl="2" marL="13716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3pPr>
            <a:lvl4pPr indent="-304800" lvl="3" marL="18288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4pPr>
            <a:lvl5pPr indent="-304800" lvl="4" marL="22860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5pPr>
            <a:lvl6pPr indent="-304800" lvl="5" marL="27432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6pPr>
            <a:lvl7pPr indent="-304800" lvl="6" marL="32004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7pPr>
            <a:lvl8pPr indent="-304800" lvl="7" marL="36576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8pPr>
            <a:lvl9pPr indent="-304800" lvl="8" marL="4114800">
              <a:lnSpc>
                <a:spcPct val="115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9pPr>
          </a:lstStyle>
          <a:p/>
        </p:txBody>
      </p:sp>
      <p:sp>
        <p:nvSpPr>
          <p:cNvPr id="393" name="Google Shape;393;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Inter"/>
                <a:ea typeface="Inter"/>
                <a:cs typeface="Inter"/>
                <a:sym typeface="Inter"/>
              </a:defRPr>
            </a:lvl1pPr>
            <a:lvl2pPr lvl="1" algn="r">
              <a:buNone/>
              <a:defRPr sz="1000">
                <a:solidFill>
                  <a:schemeClr val="dk2"/>
                </a:solidFill>
                <a:latin typeface="Inter"/>
                <a:ea typeface="Inter"/>
                <a:cs typeface="Inter"/>
                <a:sym typeface="Inter"/>
              </a:defRPr>
            </a:lvl2pPr>
            <a:lvl3pPr lvl="2" algn="r">
              <a:buNone/>
              <a:defRPr sz="1000">
                <a:solidFill>
                  <a:schemeClr val="dk2"/>
                </a:solidFill>
                <a:latin typeface="Inter"/>
                <a:ea typeface="Inter"/>
                <a:cs typeface="Inter"/>
                <a:sym typeface="Inter"/>
              </a:defRPr>
            </a:lvl3pPr>
            <a:lvl4pPr lvl="3" algn="r">
              <a:buNone/>
              <a:defRPr sz="1000">
                <a:solidFill>
                  <a:schemeClr val="dk2"/>
                </a:solidFill>
                <a:latin typeface="Inter"/>
                <a:ea typeface="Inter"/>
                <a:cs typeface="Inter"/>
                <a:sym typeface="Inter"/>
              </a:defRPr>
            </a:lvl4pPr>
            <a:lvl5pPr lvl="4" algn="r">
              <a:buNone/>
              <a:defRPr sz="1000">
                <a:solidFill>
                  <a:schemeClr val="dk2"/>
                </a:solidFill>
                <a:latin typeface="Inter"/>
                <a:ea typeface="Inter"/>
                <a:cs typeface="Inter"/>
                <a:sym typeface="Inter"/>
              </a:defRPr>
            </a:lvl5pPr>
            <a:lvl6pPr lvl="5" algn="r">
              <a:buNone/>
              <a:defRPr sz="1000">
                <a:solidFill>
                  <a:schemeClr val="dk2"/>
                </a:solidFill>
                <a:latin typeface="Inter"/>
                <a:ea typeface="Inter"/>
                <a:cs typeface="Inter"/>
                <a:sym typeface="Inter"/>
              </a:defRPr>
            </a:lvl6pPr>
            <a:lvl7pPr lvl="6" algn="r">
              <a:buNone/>
              <a:defRPr sz="1000">
                <a:solidFill>
                  <a:schemeClr val="dk2"/>
                </a:solidFill>
                <a:latin typeface="Inter"/>
                <a:ea typeface="Inter"/>
                <a:cs typeface="Inter"/>
                <a:sym typeface="Inter"/>
              </a:defRPr>
            </a:lvl7pPr>
            <a:lvl8pPr lvl="7" algn="r">
              <a:buNone/>
              <a:defRPr sz="1000">
                <a:solidFill>
                  <a:schemeClr val="dk2"/>
                </a:solidFill>
                <a:latin typeface="Inter"/>
                <a:ea typeface="Inter"/>
                <a:cs typeface="Inter"/>
                <a:sym typeface="Inter"/>
              </a:defRPr>
            </a:lvl8pPr>
            <a:lvl9pPr lvl="8" algn="r">
              <a:buNone/>
              <a:defRPr sz="10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zh-TW"/>
              <a:t>‹#›</a:t>
            </a:fld>
            <a:endParaRPr/>
          </a:p>
        </p:txBody>
      </p:sp>
      <p:sp>
        <p:nvSpPr>
          <p:cNvPr id="394" name="Google Shape;394;p63"/>
          <p:cNvSpPr txBox="1"/>
          <p:nvPr>
            <p:ph type="title"/>
          </p:nvPr>
        </p:nvSpPr>
        <p:spPr>
          <a:xfrm>
            <a:off x="311700" y="444125"/>
            <a:ext cx="8520600" cy="475500"/>
          </a:xfrm>
          <a:prstGeom prst="rect">
            <a:avLst/>
          </a:prstGeom>
          <a:noFill/>
          <a:ln>
            <a:noFill/>
          </a:ln>
        </p:spPr>
        <p:txBody>
          <a:bodyPr anchorCtr="0" anchor="t" bIns="91425" lIns="0" spcFirstLastPara="1" rIns="91425" wrap="square" tIns="91425">
            <a:normAutofit/>
          </a:bodyPr>
          <a:lstStyle>
            <a:lvl1pPr lvl="0">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1pPr>
            <a:lvl2pPr lvl="1">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2pPr>
            <a:lvl3pPr lvl="2">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3pPr>
            <a:lvl4pPr lvl="3">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4pPr>
            <a:lvl5pPr lvl="4">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5pPr>
            <a:lvl6pPr lvl="5">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6pPr>
            <a:lvl7pPr lvl="6">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7pPr>
            <a:lvl8pPr lvl="7">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8pPr>
            <a:lvl9pPr lvl="8">
              <a:lnSpc>
                <a:spcPct val="90000"/>
              </a:lnSpc>
              <a:spcBef>
                <a:spcPts val="0"/>
              </a:spcBef>
              <a:spcAft>
                <a:spcPts val="0"/>
              </a:spcAft>
              <a:buClr>
                <a:schemeClr val="dk1"/>
              </a:buClr>
              <a:buSzPts val="2200"/>
              <a:buFont typeface="Hanken Grotesk"/>
              <a:buNone/>
              <a:defRPr b="1" sz="2200">
                <a:solidFill>
                  <a:schemeClr val="dk1"/>
                </a:solidFill>
                <a:latin typeface="Hanken Grotesk"/>
                <a:ea typeface="Hanken Grotesk"/>
                <a:cs typeface="Hanken Grotesk"/>
                <a:sym typeface="Hanken Grotesk"/>
              </a:defRPr>
            </a:lvl9pPr>
          </a:lstStyle>
          <a:p/>
        </p:txBody>
      </p:sp>
    </p:spTree>
  </p:cSld>
  <p:clrMap accent1="accent1" accent2="accent2" accent3="accent3" accent4="accent4" accent5="accent5" accent6="accent6" bg1="lt1" bg2="dk2" tx1="dk1" tx2="lt2" folHlink="folHlink" hlink="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24" r:id="rId18"/>
    <p:sldLayoutId id="2147483725" r:id="rId19"/>
    <p:sldLayoutId id="2147483726" r:id="rId20"/>
    <p:sldLayoutId id="2147483727" r:id="rId21"/>
    <p:sldLayoutId id="2147483728" r:id="rId22"/>
    <p:sldLayoutId id="2147483729"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
          <p15:clr>
            <a:srgbClr val="E46962"/>
          </p15:clr>
        </p15:guide>
        <p15:guide id="2" pos="196">
          <p15:clr>
            <a:srgbClr val="E46962"/>
          </p15:clr>
        </p15:guide>
        <p15:guide id="3" orient="horz" pos="3024">
          <p15:clr>
            <a:srgbClr val="E46962"/>
          </p15:clr>
        </p15:guide>
        <p15:guide id="4" pos="5564">
          <p15:clr>
            <a:srgbClr val="E46962"/>
          </p15:clr>
        </p15:guide>
        <p15:guide id="5" pos="101">
          <p15:clr>
            <a:srgbClr val="E46962"/>
          </p15:clr>
        </p15:guide>
        <p15:guide id="6" orient="horz" pos="125">
          <p15:clr>
            <a:srgbClr val="E46962"/>
          </p15:clr>
        </p15:guide>
        <p15:guide id="7" orient="horz" pos="3115">
          <p15:clr>
            <a:srgbClr val="E46962"/>
          </p15:clr>
        </p15:guide>
        <p15:guide id="8" pos="5659">
          <p15:clr>
            <a:srgbClr val="E46962"/>
          </p15:clr>
        </p15:guide>
        <p15:guide id="9" orient="horz" pos="2933">
          <p15:clr>
            <a:srgbClr val="E46962"/>
          </p15:clr>
        </p15:guide>
        <p15:guide id="10" orient="horz" pos="579">
          <p15:clr>
            <a:srgbClr val="E46962"/>
          </p15:clr>
        </p15:guide>
        <p15:guide id="11" orient="horz" pos="726">
          <p15:clr>
            <a:srgbClr val="E46962"/>
          </p15:clr>
        </p15:guide>
        <p15:guide id="12" pos="2880">
          <p15:clr>
            <a:srgbClr val="E46962"/>
          </p15:clr>
        </p15:guide>
        <p15:guide id="13" pos="2835">
          <p15:clr>
            <a:srgbClr val="E46962"/>
          </p15:clr>
        </p15:guide>
        <p15:guide id="14" pos="2925">
          <p15:clr>
            <a:srgbClr val="E46962"/>
          </p15:clr>
        </p15:guide>
        <p15:guide id="15" pos="1927">
          <p15:clr>
            <a:srgbClr val="E46962"/>
          </p15:clr>
        </p15:guide>
        <p15:guide id="16" pos="2015">
          <p15:clr>
            <a:srgbClr val="E46962"/>
          </p15:clr>
        </p15:guide>
        <p15:guide id="17" pos="1971">
          <p15:clr>
            <a:srgbClr val="E46962"/>
          </p15:clr>
        </p15:guide>
        <p15:guide id="18" pos="3745">
          <p15:clr>
            <a:srgbClr val="E46962"/>
          </p15:clr>
        </p15:guide>
        <p15:guide id="19" pos="3789">
          <p15:clr>
            <a:srgbClr val="E46962"/>
          </p15:clr>
        </p15:guide>
        <p15:guide id="20" pos="3833">
          <p15:clr>
            <a:srgbClr val="E46962"/>
          </p15:clr>
        </p15:guide>
        <p15:guide id="21" pos="1062">
          <p15:clr>
            <a:srgbClr val="E46962"/>
          </p15:clr>
        </p15:guide>
        <p15:guide id="22" pos="1014">
          <p15:clr>
            <a:srgbClr val="E46962"/>
          </p15:clr>
        </p15:guide>
        <p15:guide id="23" pos="1105">
          <p15:clr>
            <a:srgbClr val="E46962"/>
          </p15:clr>
        </p15:guide>
        <p15:guide id="24" pos="4698">
          <p15:clr>
            <a:srgbClr val="E46962"/>
          </p15:clr>
        </p15:guide>
        <p15:guide id="25" pos="4746">
          <p15:clr>
            <a:srgbClr val="E46962"/>
          </p15:clr>
        </p15:guide>
        <p15:guide id="26" pos="4651">
          <p15:clr>
            <a:srgbClr val="E46962"/>
          </p15:clr>
        </p15:guide>
        <p15:guide id="27" orient="horz" pos="1829">
          <p15:clr>
            <a:srgbClr val="E46962"/>
          </p15:clr>
        </p15:guide>
        <p15:guide id="28" orient="horz" pos="1780">
          <p15:clr>
            <a:srgbClr val="E46962"/>
          </p15:clr>
        </p15:guide>
        <p15:guide id="29" orient="horz" pos="1879">
          <p15:clr>
            <a:srgbClr val="E46962"/>
          </p15:clr>
        </p15:guide>
        <p15:guide id="30" pos="1516">
          <p15:clr>
            <a:srgbClr val="E46962"/>
          </p15:clr>
        </p15:guide>
        <p15:guide id="31" pos="1561">
          <p15:clr>
            <a:srgbClr val="E46962"/>
          </p15:clr>
        </p15:guide>
        <p15:guide id="32" pos="1471">
          <p15:clr>
            <a:srgbClr val="E46962"/>
          </p15:clr>
        </p15:guide>
        <p15:guide id="33" pos="4244">
          <p15:clr>
            <a:srgbClr val="E46962"/>
          </p15:clr>
        </p15:guide>
        <p15:guide id="34" pos="4289">
          <p15:clr>
            <a:srgbClr val="E46962"/>
          </p15:clr>
        </p15:guide>
        <p15:guide id="35" pos="4199">
          <p15:clr>
            <a:srgbClr val="E46962"/>
          </p15:clr>
        </p15:guide>
        <p15:guide id="36" pos="240">
          <p15:clr>
            <a:srgbClr val="E46962"/>
          </p15:clr>
        </p15:guide>
        <p15:guide id="37" orient="horz" pos="1011">
          <p15:clr>
            <a:srgbClr val="E46962"/>
          </p15:clr>
        </p15:guide>
        <p15:guide id="38" orient="horz" pos="132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2.xml"/><Relationship Id="rId3" Type="http://schemas.openxmlformats.org/officeDocument/2006/relationships/image" Target="../media/image37.jpg"/><Relationship Id="rId4" Type="http://schemas.openxmlformats.org/officeDocument/2006/relationships/image" Target="../media/image14.png"/><Relationship Id="rId5" Type="http://schemas.openxmlformats.org/officeDocument/2006/relationships/image" Target="../media/image11.png"/><Relationship Id="rId6" Type="http://schemas.openxmlformats.org/officeDocument/2006/relationships/image" Target="../media/image21.png"/><Relationship Id="rId7"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png"/><Relationship Id="rId7"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3.png"/><Relationship Id="rId5" Type="http://schemas.openxmlformats.org/officeDocument/2006/relationships/image" Target="../media/image4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 Id="rId3" Type="http://schemas.openxmlformats.org/officeDocument/2006/relationships/image" Target="../media/image13.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7.xml"/><Relationship Id="rId3" Type="http://schemas.openxmlformats.org/officeDocument/2006/relationships/image" Target="../media/image27.png"/><Relationship Id="rId4" Type="http://schemas.openxmlformats.org/officeDocument/2006/relationships/image" Target="../media/image10.png"/><Relationship Id="rId5" Type="http://schemas.openxmlformats.org/officeDocument/2006/relationships/image" Target="../media/image15.png"/><Relationship Id="rId6"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27.png"/><Relationship Id="rId5" Type="http://schemas.openxmlformats.org/officeDocument/2006/relationships/image" Target="../media/image22.png"/><Relationship Id="rId6" Type="http://schemas.openxmlformats.org/officeDocument/2006/relationships/image" Target="../media/image16.png"/><Relationship Id="rId7"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24.png"/><Relationship Id="rId5" Type="http://schemas.openxmlformats.org/officeDocument/2006/relationships/image" Target="../media/image34.png"/><Relationship Id="rId6" Type="http://schemas.openxmlformats.org/officeDocument/2006/relationships/image" Target="../media/image33.png"/><Relationship Id="rId7" Type="http://schemas.openxmlformats.org/officeDocument/2006/relationships/image" Target="../media/image1.png"/><Relationship Id="rId8" Type="http://schemas.openxmlformats.org/officeDocument/2006/relationships/image" Target="../media/image2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 Id="rId3" Type="http://schemas.openxmlformats.org/officeDocument/2006/relationships/image" Target="../media/image26.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2.xml"/><Relationship Id="rId3" Type="http://schemas.openxmlformats.org/officeDocument/2006/relationships/image" Target="../media/image36.png"/><Relationship Id="rId4" Type="http://schemas.openxmlformats.org/officeDocument/2006/relationships/image" Target="../media/image19.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33.png"/><Relationship Id="rId5" Type="http://schemas.openxmlformats.org/officeDocument/2006/relationships/image" Target="../media/image27.png"/><Relationship Id="rId6" Type="http://schemas.openxmlformats.org/officeDocument/2006/relationships/image" Target="../media/image1.png"/><Relationship Id="rId7" Type="http://schemas.openxmlformats.org/officeDocument/2006/relationships/image" Target="../media/image3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46.jpg"/><Relationship Id="rId4" Type="http://schemas.openxmlformats.org/officeDocument/2006/relationships/image" Target="../media/image44.jpg"/><Relationship Id="rId5" Type="http://schemas.openxmlformats.org/officeDocument/2006/relationships/image" Target="../media/image47.jpg"/><Relationship Id="rId6" Type="http://schemas.openxmlformats.org/officeDocument/2006/relationships/image" Target="../media/image48.jpg"/><Relationship Id="rId7" Type="http://schemas.openxmlformats.org/officeDocument/2006/relationships/image" Target="../media/image4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7.xml"/><Relationship Id="rId3" Type="http://schemas.openxmlformats.org/officeDocument/2006/relationships/image" Target="../media/image41.jp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18.xml"/><Relationship Id="rId3" Type="http://schemas.openxmlformats.org/officeDocument/2006/relationships/image" Target="../media/image38.png"/><Relationship Id="rId4" Type="http://schemas.openxmlformats.org/officeDocument/2006/relationships/image" Target="../media/image27.png"/><Relationship Id="rId5" Type="http://schemas.openxmlformats.org/officeDocument/2006/relationships/image" Target="../media/image9.png"/><Relationship Id="rId6" Type="http://schemas.openxmlformats.org/officeDocument/2006/relationships/image" Target="../media/image35.png"/><Relationship Id="rId7"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descr="presentation_title" id="566" name="Google Shape;566;p87"/>
          <p:cNvSpPr txBox="1"/>
          <p:nvPr>
            <p:ph type="ctrTitle"/>
          </p:nvPr>
        </p:nvSpPr>
        <p:spPr>
          <a:xfrm>
            <a:off x="311700" y="511350"/>
            <a:ext cx="4189200" cy="24708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zh-TW" sz="3200"/>
              <a:t>Dine Manager - Restaurant Ordering System</a:t>
            </a:r>
            <a:endParaRPr sz="3200"/>
          </a:p>
        </p:txBody>
      </p:sp>
      <p:sp>
        <p:nvSpPr>
          <p:cNvPr descr="date" id="567" name="Google Shape;567;p87"/>
          <p:cNvSpPr txBox="1"/>
          <p:nvPr/>
        </p:nvSpPr>
        <p:spPr>
          <a:xfrm>
            <a:off x="311700" y="4463775"/>
            <a:ext cx="4189200" cy="481800"/>
          </a:xfrm>
          <a:prstGeom prst="rect">
            <a:avLst/>
          </a:prstGeom>
          <a:noFill/>
          <a:ln>
            <a:noFill/>
          </a:ln>
        </p:spPr>
        <p:txBody>
          <a:bodyPr anchorCtr="0" anchor="b" bIns="91425" lIns="0" spcFirstLastPara="1" rIns="91425" wrap="square" tIns="91425">
            <a:noAutofit/>
          </a:bodyPr>
          <a:lstStyle/>
          <a:p>
            <a:pPr indent="0" lvl="0" marL="0" rtl="0" algn="l">
              <a:spcBef>
                <a:spcPts val="0"/>
              </a:spcBef>
              <a:spcAft>
                <a:spcPts val="0"/>
              </a:spcAft>
              <a:buNone/>
            </a:pPr>
            <a:r>
              <a:t/>
            </a:r>
            <a:endParaRPr sz="1500">
              <a:solidFill>
                <a:schemeClr val="dk2"/>
              </a:solidFill>
              <a:latin typeface="Hanken Grotesk"/>
              <a:ea typeface="Hanken Grotesk"/>
              <a:cs typeface="Hanken Grotesk"/>
              <a:sym typeface="Hanken Grotesk"/>
            </a:endParaRPr>
          </a:p>
        </p:txBody>
      </p:sp>
      <p:pic>
        <p:nvPicPr>
          <p:cNvPr descr="logo" id="568" name="Google Shape;568;p87" title="logo-blue.png"/>
          <p:cNvPicPr preferRelativeResize="0"/>
          <p:nvPr/>
        </p:nvPicPr>
        <p:blipFill rotWithShape="1">
          <a:blip r:embed="rId3">
            <a:alphaModFix/>
          </a:blip>
          <a:srcRect b="0" l="0" r="-686163" t="0"/>
          <a:stretch/>
        </p:blipFill>
        <p:spPr>
          <a:xfrm>
            <a:off x="311700" y="201300"/>
            <a:ext cx="2225300" cy="283200"/>
          </a:xfrm>
          <a:prstGeom prst="rect">
            <a:avLst/>
          </a:prstGeom>
          <a:noFill/>
          <a:ln>
            <a:noFill/>
          </a:ln>
        </p:spPr>
      </p:pic>
      <p:pic>
        <p:nvPicPr>
          <p:cNvPr descr="Dining table with food (來源：Getty Images)" id="569" name="Google Shape;569;p87"/>
          <p:cNvPicPr preferRelativeResize="0"/>
          <p:nvPr/>
        </p:nvPicPr>
        <p:blipFill rotWithShape="1">
          <a:blip r:embed="rId4">
            <a:alphaModFix/>
          </a:blip>
          <a:srcRect b="0" l="19486" r="19486" t="0"/>
          <a:stretch/>
        </p:blipFill>
        <p:spPr>
          <a:xfrm>
            <a:off x="4643150" y="197800"/>
            <a:ext cx="4341000" cy="4747800"/>
          </a:xfrm>
          <a:prstGeom prst="roundRect">
            <a:avLst>
              <a:gd fmla="val 1585" name="adj"/>
            </a:avLst>
          </a:prstGeom>
          <a:noFill/>
          <a:ln>
            <a:noFill/>
          </a:ln>
        </p:spPr>
      </p:pic>
      <p:sp>
        <p:nvSpPr>
          <p:cNvPr descr="presentation_subtitle" id="570" name="Google Shape;570;p87"/>
          <p:cNvSpPr txBox="1"/>
          <p:nvPr/>
        </p:nvSpPr>
        <p:spPr>
          <a:xfrm>
            <a:off x="311700" y="2982150"/>
            <a:ext cx="4189200" cy="1329900"/>
          </a:xfrm>
          <a:prstGeom prst="rect">
            <a:avLst/>
          </a:prstGeom>
          <a:noFill/>
          <a:ln>
            <a:noFill/>
          </a:ln>
        </p:spPr>
        <p:txBody>
          <a:bodyPr anchorCtr="0" anchor="t" bIns="91425" lIns="0" spcFirstLastPara="1" rIns="91425" wrap="square" tIns="45700">
            <a:noAutofit/>
          </a:bodyPr>
          <a:lstStyle/>
          <a:p>
            <a:pPr indent="0" lvl="0" marL="0" rtl="0" algn="l">
              <a:spcBef>
                <a:spcPts val="0"/>
              </a:spcBef>
              <a:spcAft>
                <a:spcPts val="0"/>
              </a:spcAft>
              <a:buNone/>
            </a:pPr>
            <a:r>
              <a:rPr lang="zh-TW" sz="1500">
                <a:solidFill>
                  <a:schemeClr val="dk2"/>
                </a:solidFill>
                <a:latin typeface="Hanken Grotesk"/>
                <a:ea typeface="Hanken Grotesk"/>
                <a:cs typeface="Hanken Grotesk"/>
                <a:sym typeface="Hanken Grotesk"/>
              </a:rPr>
              <a:t>Team Members: </a:t>
            </a:r>
            <a:endParaRPr sz="1500">
              <a:solidFill>
                <a:schemeClr val="dk2"/>
              </a:solidFill>
              <a:latin typeface="Hanken Grotesk"/>
              <a:ea typeface="Hanken Grotesk"/>
              <a:cs typeface="Hanken Grotesk"/>
              <a:sym typeface="Hanken Grotesk"/>
            </a:endParaRPr>
          </a:p>
          <a:p>
            <a:pPr indent="0" lvl="0" marL="0" rtl="0" algn="l">
              <a:spcBef>
                <a:spcPts val="0"/>
              </a:spcBef>
              <a:spcAft>
                <a:spcPts val="0"/>
              </a:spcAft>
              <a:buNone/>
            </a:pPr>
            <a:r>
              <a:rPr lang="zh-TW" sz="1500">
                <a:solidFill>
                  <a:schemeClr val="dk2"/>
                </a:solidFill>
                <a:latin typeface="Hanken Grotesk"/>
                <a:ea typeface="Hanken Grotesk"/>
                <a:cs typeface="Hanken Grotesk"/>
                <a:sym typeface="Hanken Grotesk"/>
              </a:rPr>
              <a:t>Han-Sheng Chen, Wei-Hong Lin, Hsuan-Hung Tai</a:t>
            </a:r>
            <a:endParaRPr sz="1500">
              <a:solidFill>
                <a:schemeClr val="dk2"/>
              </a:solidFill>
              <a:latin typeface="Hanken Grotesk"/>
              <a:ea typeface="Hanken Grotesk"/>
              <a:cs typeface="Hanken Grotesk"/>
              <a:sym typeface="Hanken Grotes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descr="title" id="575" name="Google Shape;575;p88"/>
          <p:cNvSpPr txBox="1"/>
          <p:nvPr>
            <p:ph type="title"/>
          </p:nvPr>
        </p:nvSpPr>
        <p:spPr>
          <a:xfrm>
            <a:off x="311700" y="444125"/>
            <a:ext cx="8520600" cy="475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SzPts val="990"/>
              <a:buNone/>
            </a:pPr>
            <a:r>
              <a:rPr lang="zh-TW"/>
              <a:t>Problem Description</a:t>
            </a:r>
            <a:endParaRPr/>
          </a:p>
        </p:txBody>
      </p:sp>
      <p:sp>
        <p:nvSpPr>
          <p:cNvPr descr="chapter" id="576" name="Google Shape;576;p88"/>
          <p:cNvSpPr txBox="1"/>
          <p:nvPr/>
        </p:nvSpPr>
        <p:spPr>
          <a:xfrm>
            <a:off x="311700" y="197800"/>
            <a:ext cx="4189200" cy="247200"/>
          </a:xfrm>
          <a:prstGeom prst="rect">
            <a:avLst/>
          </a:prstGeom>
          <a:noFill/>
          <a:ln>
            <a:noFill/>
          </a:ln>
        </p:spPr>
        <p:txBody>
          <a:bodyPr anchorCtr="0" anchor="ctr" bIns="45700" lIns="9125" spcFirstLastPara="1" rIns="91425" wrap="square" tIns="45700">
            <a:noAutofit/>
          </a:bodyPr>
          <a:lstStyle/>
          <a:p>
            <a:pPr indent="0" lvl="0" marL="0" rtl="0" algn="l">
              <a:lnSpc>
                <a:spcPct val="150000"/>
              </a:lnSpc>
              <a:spcBef>
                <a:spcPts val="900"/>
              </a:spcBef>
              <a:spcAft>
                <a:spcPts val="1200"/>
              </a:spcAft>
              <a:buNone/>
            </a:pPr>
            <a:r>
              <a:rPr lang="zh-TW" sz="1000">
                <a:solidFill>
                  <a:schemeClr val="dk2"/>
                </a:solidFill>
                <a:latin typeface="Hanken Grotesk Medium"/>
                <a:ea typeface="Hanken Grotesk Medium"/>
                <a:cs typeface="Hanken Grotesk Medium"/>
                <a:sym typeface="Hanken Grotesk Medium"/>
              </a:rPr>
              <a:t>Problem</a:t>
            </a:r>
            <a:endParaRPr sz="1000">
              <a:solidFill>
                <a:schemeClr val="dk2"/>
              </a:solidFill>
              <a:latin typeface="Hanken Grotesk Medium"/>
              <a:ea typeface="Hanken Grotesk Medium"/>
              <a:cs typeface="Hanken Grotesk Medium"/>
              <a:sym typeface="Hanken Grotesk Medium"/>
            </a:endParaRPr>
          </a:p>
        </p:txBody>
      </p:sp>
      <p:pic>
        <p:nvPicPr>
          <p:cNvPr descr="Man reading a delicious recipe on the phone (來源：Getty Images)" id="577" name="Google Shape;577;p88"/>
          <p:cNvPicPr preferRelativeResize="0"/>
          <p:nvPr/>
        </p:nvPicPr>
        <p:blipFill rotWithShape="1">
          <a:blip r:embed="rId3">
            <a:alphaModFix/>
          </a:blip>
          <a:srcRect b="0" l="34069" r="13621" t="0"/>
          <a:stretch/>
        </p:blipFill>
        <p:spPr>
          <a:xfrm>
            <a:off x="311775" y="1152475"/>
            <a:ext cx="2747400" cy="3503100"/>
          </a:xfrm>
          <a:prstGeom prst="roundRect">
            <a:avLst>
              <a:gd fmla="val 2263" name="adj"/>
            </a:avLst>
          </a:prstGeom>
          <a:noFill/>
          <a:ln>
            <a:noFill/>
          </a:ln>
        </p:spPr>
      </p:pic>
      <p:sp>
        <p:nvSpPr>
          <p:cNvPr descr="detail_0" id="578" name="Google Shape;578;p88"/>
          <p:cNvSpPr txBox="1"/>
          <p:nvPr/>
        </p:nvSpPr>
        <p:spPr>
          <a:xfrm>
            <a:off x="4977900" y="1152525"/>
            <a:ext cx="3853800" cy="1099200"/>
          </a:xfrm>
          <a:prstGeom prst="rect">
            <a:avLst/>
          </a:prstGeom>
          <a:noFill/>
          <a:ln>
            <a:noFill/>
          </a:ln>
        </p:spPr>
        <p:txBody>
          <a:bodyPr anchorCtr="0" anchor="t" bIns="91425" lIns="0" spcFirstLastPara="1" rIns="91425" wrap="square" tIns="91425">
            <a:noAutofit/>
          </a:bodyPr>
          <a:lstStyle/>
          <a:p>
            <a:pPr indent="0" lvl="0" marL="0" rtl="0" algn="l">
              <a:lnSpc>
                <a:spcPct val="125000"/>
              </a:lnSpc>
              <a:spcBef>
                <a:spcPts val="0"/>
              </a:spcBef>
              <a:spcAft>
                <a:spcPts val="800"/>
              </a:spcAft>
              <a:buNone/>
            </a:pPr>
            <a:r>
              <a:rPr lang="zh-TW" sz="1000">
                <a:solidFill>
                  <a:schemeClr val="dk1"/>
                </a:solidFill>
                <a:latin typeface="Hanken Grotesk"/>
                <a:ea typeface="Hanken Grotesk"/>
                <a:cs typeface="Hanken Grotesk"/>
                <a:sym typeface="Hanken Grotesk"/>
              </a:rPr>
              <a:t>Streamlined management of </a:t>
            </a:r>
            <a:r>
              <a:rPr lang="zh-TW" sz="1000">
                <a:solidFill>
                  <a:srgbClr val="FF0000"/>
                </a:solidFill>
                <a:latin typeface="Hanken Grotesk"/>
                <a:ea typeface="Hanken Grotesk"/>
                <a:cs typeface="Hanken Grotesk"/>
                <a:sym typeface="Hanken Grotesk"/>
              </a:rPr>
              <a:t>menu items</a:t>
            </a:r>
            <a:r>
              <a:rPr lang="zh-TW" sz="1000">
                <a:solidFill>
                  <a:schemeClr val="dk1"/>
                </a:solidFill>
                <a:latin typeface="Hanken Grotesk"/>
                <a:ea typeface="Hanken Grotesk"/>
                <a:cs typeface="Hanken Grotesk"/>
                <a:sym typeface="Hanken Grotesk"/>
              </a:rPr>
              <a:t>, </a:t>
            </a:r>
            <a:r>
              <a:rPr lang="zh-TW" sz="1000">
                <a:solidFill>
                  <a:srgbClr val="FF0000"/>
                </a:solidFill>
                <a:latin typeface="Hanken Grotesk"/>
                <a:ea typeface="Hanken Grotesk"/>
                <a:cs typeface="Hanken Grotesk"/>
                <a:sym typeface="Hanken Grotesk"/>
              </a:rPr>
              <a:t>order processing</a:t>
            </a:r>
            <a:r>
              <a:rPr lang="zh-TW" sz="1000">
                <a:solidFill>
                  <a:schemeClr val="dk1"/>
                </a:solidFill>
                <a:latin typeface="Hanken Grotesk"/>
                <a:ea typeface="Hanken Grotesk"/>
                <a:cs typeface="Hanken Grotesk"/>
                <a:sym typeface="Hanken Grotesk"/>
              </a:rPr>
              <a:t>, and </a:t>
            </a:r>
            <a:r>
              <a:rPr lang="zh-TW" sz="1000">
                <a:solidFill>
                  <a:srgbClr val="FF0000"/>
                </a:solidFill>
                <a:latin typeface="Hanken Grotesk"/>
                <a:ea typeface="Hanken Grotesk"/>
                <a:cs typeface="Hanken Grotesk"/>
                <a:sym typeface="Hanken Grotesk"/>
              </a:rPr>
              <a:t>kitchen workflow</a:t>
            </a:r>
            <a:r>
              <a:rPr lang="zh-TW" sz="1000">
                <a:solidFill>
                  <a:schemeClr val="dk1"/>
                </a:solidFill>
                <a:latin typeface="Hanken Grotesk"/>
                <a:ea typeface="Hanken Grotesk"/>
                <a:cs typeface="Hanken Grotesk"/>
                <a:sym typeface="Hanken Grotesk"/>
              </a:rPr>
              <a:t> to ensure smooth daily operations and customer satisfaction.</a:t>
            </a:r>
            <a:endParaRPr sz="1000">
              <a:solidFill>
                <a:schemeClr val="dk1"/>
              </a:solidFill>
              <a:latin typeface="Hanken Grotesk"/>
              <a:ea typeface="Hanken Grotesk"/>
              <a:cs typeface="Hanken Grotesk"/>
              <a:sym typeface="Hanken Grotesk"/>
            </a:endParaRPr>
          </a:p>
        </p:txBody>
      </p:sp>
      <p:sp>
        <p:nvSpPr>
          <p:cNvPr descr="detail_1" id="579" name="Google Shape;579;p88"/>
          <p:cNvSpPr txBox="1"/>
          <p:nvPr/>
        </p:nvSpPr>
        <p:spPr>
          <a:xfrm>
            <a:off x="4977900" y="2354421"/>
            <a:ext cx="3853800" cy="1099200"/>
          </a:xfrm>
          <a:prstGeom prst="rect">
            <a:avLst/>
          </a:prstGeom>
          <a:noFill/>
          <a:ln>
            <a:noFill/>
          </a:ln>
        </p:spPr>
        <p:txBody>
          <a:bodyPr anchorCtr="0" anchor="t" bIns="91425" lIns="0" spcFirstLastPara="1" rIns="91425" wrap="square" tIns="91425">
            <a:noAutofit/>
          </a:bodyPr>
          <a:lstStyle/>
          <a:p>
            <a:pPr indent="0" lvl="0" marL="0" rtl="0" algn="l">
              <a:lnSpc>
                <a:spcPct val="125000"/>
              </a:lnSpc>
              <a:spcBef>
                <a:spcPts val="0"/>
              </a:spcBef>
              <a:spcAft>
                <a:spcPts val="800"/>
              </a:spcAft>
              <a:buNone/>
            </a:pPr>
            <a:r>
              <a:rPr lang="zh-TW" sz="1000">
                <a:solidFill>
                  <a:schemeClr val="dk1"/>
                </a:solidFill>
                <a:latin typeface="Hanken Grotesk"/>
                <a:ea typeface="Hanken Grotesk"/>
                <a:cs typeface="Hanken Grotesk"/>
                <a:sym typeface="Hanken Grotesk"/>
              </a:rPr>
              <a:t>Manual order handling leads to errors, difficulty prioritizing urgent orders, slow menu searches.</a:t>
            </a:r>
            <a:endParaRPr sz="1000">
              <a:solidFill>
                <a:schemeClr val="dk1"/>
              </a:solidFill>
              <a:latin typeface="Hanken Grotesk"/>
              <a:ea typeface="Hanken Grotesk"/>
              <a:cs typeface="Hanken Grotesk"/>
              <a:sym typeface="Hanken Grotesk"/>
            </a:endParaRPr>
          </a:p>
        </p:txBody>
      </p:sp>
      <p:sp>
        <p:nvSpPr>
          <p:cNvPr descr="header_0" id="580" name="Google Shape;580;p88"/>
          <p:cNvSpPr txBox="1"/>
          <p:nvPr/>
        </p:nvSpPr>
        <p:spPr>
          <a:xfrm>
            <a:off x="3523175" y="1152500"/>
            <a:ext cx="1314900" cy="1099200"/>
          </a:xfrm>
          <a:prstGeom prst="rect">
            <a:avLst/>
          </a:prstGeom>
          <a:noFill/>
          <a:ln>
            <a:noFill/>
          </a:ln>
        </p:spPr>
        <p:txBody>
          <a:bodyPr anchorCtr="0" anchor="t" bIns="91425" lIns="0" spcFirstLastPara="1" rIns="91425" wrap="square" tIns="91425">
            <a:noAutofit/>
          </a:bodyPr>
          <a:lstStyle/>
          <a:p>
            <a:pPr indent="0" lvl="0" marL="0" rtl="0" algn="l">
              <a:lnSpc>
                <a:spcPct val="90000"/>
              </a:lnSpc>
              <a:spcBef>
                <a:spcPts val="0"/>
              </a:spcBef>
              <a:spcAft>
                <a:spcPts val="1200"/>
              </a:spcAft>
              <a:buNone/>
            </a:pPr>
            <a:r>
              <a:rPr b="1" lang="zh-TW" sz="1200">
                <a:solidFill>
                  <a:schemeClr val="dk1"/>
                </a:solidFill>
                <a:latin typeface="Hanken Grotesk"/>
                <a:ea typeface="Hanken Grotesk"/>
                <a:cs typeface="Hanken Grotesk"/>
                <a:sym typeface="Hanken Grotesk"/>
              </a:rPr>
              <a:t>Operational Needs</a:t>
            </a:r>
            <a:endParaRPr b="1" sz="1200">
              <a:solidFill>
                <a:schemeClr val="dk1"/>
              </a:solidFill>
              <a:latin typeface="Hanken Grotesk"/>
              <a:ea typeface="Hanken Grotesk"/>
              <a:cs typeface="Hanken Grotesk"/>
              <a:sym typeface="Hanken Grotesk"/>
            </a:endParaRPr>
          </a:p>
        </p:txBody>
      </p:sp>
      <p:sp>
        <p:nvSpPr>
          <p:cNvPr descr="header_1" id="581" name="Google Shape;581;p88"/>
          <p:cNvSpPr txBox="1"/>
          <p:nvPr/>
        </p:nvSpPr>
        <p:spPr>
          <a:xfrm>
            <a:off x="3523175" y="2354395"/>
            <a:ext cx="1314900" cy="1099200"/>
          </a:xfrm>
          <a:prstGeom prst="rect">
            <a:avLst/>
          </a:prstGeom>
          <a:noFill/>
          <a:ln>
            <a:noFill/>
          </a:ln>
        </p:spPr>
        <p:txBody>
          <a:bodyPr anchorCtr="0" anchor="t" bIns="91425" lIns="0" spcFirstLastPara="1" rIns="91425" wrap="square" tIns="91425">
            <a:noAutofit/>
          </a:bodyPr>
          <a:lstStyle/>
          <a:p>
            <a:pPr indent="0" lvl="0" marL="0" rtl="0" algn="l">
              <a:lnSpc>
                <a:spcPct val="90000"/>
              </a:lnSpc>
              <a:spcBef>
                <a:spcPts val="0"/>
              </a:spcBef>
              <a:spcAft>
                <a:spcPts val="1200"/>
              </a:spcAft>
              <a:buNone/>
            </a:pPr>
            <a:r>
              <a:rPr b="1" lang="zh-TW" sz="1200">
                <a:solidFill>
                  <a:schemeClr val="dk1"/>
                </a:solidFill>
                <a:latin typeface="Hanken Grotesk"/>
                <a:ea typeface="Hanken Grotesk"/>
                <a:cs typeface="Hanken Grotesk"/>
                <a:sym typeface="Hanken Grotesk"/>
              </a:rPr>
              <a:t>Challenges Faced</a:t>
            </a:r>
            <a:endParaRPr b="1" sz="1200">
              <a:solidFill>
                <a:schemeClr val="dk1"/>
              </a:solidFill>
              <a:latin typeface="Hanken Grotesk"/>
              <a:ea typeface="Hanken Grotesk"/>
              <a:cs typeface="Hanken Grotesk"/>
              <a:sym typeface="Hanken Grotesk"/>
            </a:endParaRPr>
          </a:p>
        </p:txBody>
      </p:sp>
      <p:sp>
        <p:nvSpPr>
          <p:cNvPr descr="detail_2" id="582" name="Google Shape;582;p88"/>
          <p:cNvSpPr txBox="1"/>
          <p:nvPr/>
        </p:nvSpPr>
        <p:spPr>
          <a:xfrm>
            <a:off x="4977900" y="3556324"/>
            <a:ext cx="3853800" cy="1099200"/>
          </a:xfrm>
          <a:prstGeom prst="rect">
            <a:avLst/>
          </a:prstGeom>
          <a:noFill/>
          <a:ln>
            <a:noFill/>
          </a:ln>
        </p:spPr>
        <p:txBody>
          <a:bodyPr anchorCtr="0" anchor="t" bIns="91425" lIns="0" spcFirstLastPara="1" rIns="91425" wrap="square" tIns="91425">
            <a:noAutofit/>
          </a:bodyPr>
          <a:lstStyle/>
          <a:p>
            <a:pPr indent="0" lvl="0" marL="0" rtl="0" algn="l">
              <a:lnSpc>
                <a:spcPct val="125000"/>
              </a:lnSpc>
              <a:spcBef>
                <a:spcPts val="0"/>
              </a:spcBef>
              <a:spcAft>
                <a:spcPts val="800"/>
              </a:spcAft>
              <a:buNone/>
            </a:pPr>
            <a:r>
              <a:rPr lang="zh-TW" sz="1000">
                <a:solidFill>
                  <a:schemeClr val="dk1"/>
                </a:solidFill>
                <a:latin typeface="Hanken Grotesk"/>
                <a:ea typeface="Hanken Grotesk"/>
                <a:cs typeface="Hanken Grotesk"/>
                <a:sym typeface="Hanken Grotesk"/>
              </a:rPr>
              <a:t>Utilize different </a:t>
            </a:r>
            <a:r>
              <a:rPr lang="zh-TW" sz="1000">
                <a:solidFill>
                  <a:srgbClr val="FF0000"/>
                </a:solidFill>
                <a:latin typeface="Hanken Grotesk"/>
                <a:ea typeface="Hanken Grotesk"/>
                <a:cs typeface="Hanken Grotesk"/>
                <a:sym typeface="Hanken Grotesk"/>
              </a:rPr>
              <a:t>data structures</a:t>
            </a:r>
            <a:r>
              <a:rPr lang="zh-TW" sz="1000">
                <a:solidFill>
                  <a:schemeClr val="dk1"/>
                </a:solidFill>
                <a:latin typeface="Hanken Grotesk"/>
                <a:ea typeface="Hanken Grotesk"/>
                <a:cs typeface="Hanken Grotesk"/>
                <a:sym typeface="Hanken Grotesk"/>
              </a:rPr>
              <a:t> and efficient </a:t>
            </a:r>
            <a:r>
              <a:rPr lang="zh-TW" sz="1000">
                <a:solidFill>
                  <a:srgbClr val="FF0000"/>
                </a:solidFill>
                <a:latin typeface="Hanken Grotesk"/>
                <a:ea typeface="Hanken Grotesk"/>
                <a:cs typeface="Hanken Grotesk"/>
                <a:sym typeface="Hanken Grotesk"/>
              </a:rPr>
              <a:t>sorting </a:t>
            </a:r>
            <a:r>
              <a:rPr lang="zh-TW" sz="1000">
                <a:solidFill>
                  <a:srgbClr val="FF0000"/>
                </a:solidFill>
                <a:latin typeface="Hanken Grotesk"/>
                <a:ea typeface="Hanken Grotesk"/>
                <a:cs typeface="Hanken Grotesk"/>
                <a:sym typeface="Hanken Grotesk"/>
              </a:rPr>
              <a:t>algorithmn</a:t>
            </a:r>
            <a:r>
              <a:rPr lang="zh-TW" sz="1000">
                <a:solidFill>
                  <a:schemeClr val="dk1"/>
                </a:solidFill>
                <a:latin typeface="Hanken Grotesk"/>
                <a:ea typeface="Hanken Grotesk"/>
                <a:cs typeface="Hanken Grotesk"/>
                <a:sym typeface="Hanken Grotesk"/>
              </a:rPr>
              <a:t> to maintain smooth operations.</a:t>
            </a:r>
            <a:endParaRPr sz="1000">
              <a:solidFill>
                <a:schemeClr val="dk1"/>
              </a:solidFill>
              <a:latin typeface="Hanken Grotesk"/>
              <a:ea typeface="Hanken Grotesk"/>
              <a:cs typeface="Hanken Grotesk"/>
              <a:sym typeface="Hanken Grotesk"/>
            </a:endParaRPr>
          </a:p>
        </p:txBody>
      </p:sp>
      <p:sp>
        <p:nvSpPr>
          <p:cNvPr descr="header_2" id="583" name="Google Shape;583;p88"/>
          <p:cNvSpPr txBox="1"/>
          <p:nvPr/>
        </p:nvSpPr>
        <p:spPr>
          <a:xfrm>
            <a:off x="3523175" y="3556297"/>
            <a:ext cx="1314900" cy="1099200"/>
          </a:xfrm>
          <a:prstGeom prst="rect">
            <a:avLst/>
          </a:prstGeom>
          <a:noFill/>
          <a:ln>
            <a:noFill/>
          </a:ln>
        </p:spPr>
        <p:txBody>
          <a:bodyPr anchorCtr="0" anchor="t" bIns="91425" lIns="0" spcFirstLastPara="1" rIns="91425" wrap="square" tIns="91425">
            <a:noAutofit/>
          </a:bodyPr>
          <a:lstStyle/>
          <a:p>
            <a:pPr indent="0" lvl="0" marL="0" rtl="0" algn="l">
              <a:lnSpc>
                <a:spcPct val="90000"/>
              </a:lnSpc>
              <a:spcBef>
                <a:spcPts val="0"/>
              </a:spcBef>
              <a:spcAft>
                <a:spcPts val="1200"/>
              </a:spcAft>
              <a:buNone/>
            </a:pPr>
            <a:r>
              <a:rPr b="1" lang="zh-TW" sz="1200">
                <a:solidFill>
                  <a:schemeClr val="dk1"/>
                </a:solidFill>
                <a:latin typeface="Hanken Grotesk"/>
                <a:ea typeface="Hanken Grotesk"/>
                <a:cs typeface="Hanken Grotesk"/>
                <a:sym typeface="Hanken Grotesk"/>
              </a:rPr>
              <a:t>Integrated Solution</a:t>
            </a:r>
            <a:endParaRPr b="1" sz="1200">
              <a:solidFill>
                <a:schemeClr val="dk1"/>
              </a:solidFill>
              <a:latin typeface="Hanken Grotesk"/>
              <a:ea typeface="Hanken Grotesk"/>
              <a:cs typeface="Hanken Grotesk"/>
              <a:sym typeface="Hanken Grotesk"/>
            </a:endParaRPr>
          </a:p>
        </p:txBody>
      </p:sp>
      <p:pic>
        <p:nvPicPr>
          <p:cNvPr id="584" name="Google Shape;584;p88"/>
          <p:cNvPicPr preferRelativeResize="0"/>
          <p:nvPr/>
        </p:nvPicPr>
        <p:blipFill>
          <a:blip r:embed="rId4">
            <a:alphaModFix/>
          </a:blip>
          <a:stretch>
            <a:fillRect/>
          </a:stretch>
        </p:blipFill>
        <p:spPr>
          <a:xfrm>
            <a:off x="3199087" y="1214813"/>
            <a:ext cx="201168" cy="201168"/>
          </a:xfrm>
          <a:prstGeom prst="rect">
            <a:avLst/>
          </a:prstGeom>
          <a:noFill/>
          <a:ln cap="flat" cmpd="sng" w="9525">
            <a:solidFill>
              <a:srgbClr val="4340FF">
                <a:alpha val="0"/>
              </a:srgbClr>
            </a:solidFill>
            <a:prstDash val="solid"/>
            <a:round/>
            <a:headEnd len="sm" w="sm" type="none"/>
            <a:tailEnd len="sm" w="sm" type="none"/>
          </a:ln>
        </p:spPr>
      </p:pic>
      <p:pic>
        <p:nvPicPr>
          <p:cNvPr id="585" name="Google Shape;585;p88"/>
          <p:cNvPicPr preferRelativeResize="0"/>
          <p:nvPr/>
        </p:nvPicPr>
        <p:blipFill>
          <a:blip r:embed="rId5">
            <a:alphaModFix/>
          </a:blip>
          <a:stretch>
            <a:fillRect/>
          </a:stretch>
        </p:blipFill>
        <p:spPr>
          <a:xfrm>
            <a:off x="3199087" y="2416713"/>
            <a:ext cx="201168" cy="201168"/>
          </a:xfrm>
          <a:prstGeom prst="rect">
            <a:avLst/>
          </a:prstGeom>
          <a:noFill/>
          <a:ln cap="flat" cmpd="sng" w="9525">
            <a:solidFill>
              <a:srgbClr val="4340FF">
                <a:alpha val="0"/>
              </a:srgbClr>
            </a:solidFill>
            <a:prstDash val="solid"/>
            <a:round/>
            <a:headEnd len="sm" w="sm" type="none"/>
            <a:tailEnd len="sm" w="sm" type="none"/>
          </a:ln>
        </p:spPr>
      </p:pic>
      <p:pic>
        <p:nvPicPr>
          <p:cNvPr id="586" name="Google Shape;586;p88"/>
          <p:cNvPicPr preferRelativeResize="0"/>
          <p:nvPr/>
        </p:nvPicPr>
        <p:blipFill>
          <a:blip r:embed="rId6">
            <a:alphaModFix/>
          </a:blip>
          <a:stretch>
            <a:fillRect/>
          </a:stretch>
        </p:blipFill>
        <p:spPr>
          <a:xfrm>
            <a:off x="3199087" y="3618613"/>
            <a:ext cx="201168" cy="201168"/>
          </a:xfrm>
          <a:prstGeom prst="rect">
            <a:avLst/>
          </a:prstGeom>
          <a:noFill/>
          <a:ln cap="flat" cmpd="sng" w="9525">
            <a:solidFill>
              <a:srgbClr val="4340FF">
                <a:alpha val="0"/>
              </a:srgbClr>
            </a:solidFill>
            <a:prstDash val="solid"/>
            <a:round/>
            <a:headEnd len="sm" w="sm" type="none"/>
            <a:tailEnd len="sm" w="sm" type="none"/>
          </a:ln>
        </p:spPr>
      </p:pic>
      <p:pic>
        <p:nvPicPr>
          <p:cNvPr descr="logo" id="587" name="Google Shape;587;p88"/>
          <p:cNvPicPr preferRelativeResize="0"/>
          <p:nvPr/>
        </p:nvPicPr>
        <p:blipFill>
          <a:blip r:embed="rId7">
            <a:alphaModFix/>
          </a:blip>
          <a:stretch>
            <a:fillRect/>
          </a:stretch>
        </p:blipFill>
        <p:spPr>
          <a:xfrm>
            <a:off x="311700" y="4799400"/>
            <a:ext cx="1805026" cy="1920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89"/>
          <p:cNvSpPr/>
          <p:nvPr/>
        </p:nvSpPr>
        <p:spPr>
          <a:xfrm>
            <a:off x="3198250" y="197800"/>
            <a:ext cx="5786100" cy="4747800"/>
          </a:xfrm>
          <a:prstGeom prst="roundRect">
            <a:avLst>
              <a:gd fmla="val 166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pic>
        <p:nvPicPr>
          <p:cNvPr id="593" name="Google Shape;593;p89"/>
          <p:cNvPicPr preferRelativeResize="0"/>
          <p:nvPr/>
        </p:nvPicPr>
        <p:blipFill>
          <a:blip r:embed="rId3">
            <a:alphaModFix/>
          </a:blip>
          <a:stretch>
            <a:fillRect/>
          </a:stretch>
        </p:blipFill>
        <p:spPr>
          <a:xfrm>
            <a:off x="3314538" y="364462"/>
            <a:ext cx="182880" cy="182880"/>
          </a:xfrm>
          <a:prstGeom prst="rect">
            <a:avLst/>
          </a:prstGeom>
          <a:noFill/>
          <a:ln cap="flat" cmpd="sng" w="9525">
            <a:solidFill>
              <a:srgbClr val="4340FF">
                <a:alpha val="0"/>
              </a:srgbClr>
            </a:solidFill>
            <a:prstDash val="solid"/>
            <a:round/>
            <a:headEnd len="sm" w="sm" type="none"/>
            <a:tailEnd len="sm" w="sm" type="none"/>
          </a:ln>
        </p:spPr>
      </p:pic>
      <p:pic>
        <p:nvPicPr>
          <p:cNvPr id="594" name="Google Shape;594;p89"/>
          <p:cNvPicPr preferRelativeResize="0"/>
          <p:nvPr/>
        </p:nvPicPr>
        <p:blipFill>
          <a:blip r:embed="rId4">
            <a:alphaModFix/>
          </a:blip>
          <a:stretch>
            <a:fillRect/>
          </a:stretch>
        </p:blipFill>
        <p:spPr>
          <a:xfrm>
            <a:off x="3314538" y="1929906"/>
            <a:ext cx="182880" cy="182880"/>
          </a:xfrm>
          <a:prstGeom prst="rect">
            <a:avLst/>
          </a:prstGeom>
          <a:noFill/>
          <a:ln cap="flat" cmpd="sng" w="9525">
            <a:solidFill>
              <a:srgbClr val="4340FF">
                <a:alpha val="0"/>
              </a:srgbClr>
            </a:solidFill>
            <a:prstDash val="solid"/>
            <a:round/>
            <a:headEnd len="sm" w="sm" type="none"/>
            <a:tailEnd len="sm" w="sm" type="none"/>
          </a:ln>
        </p:spPr>
      </p:pic>
      <p:pic>
        <p:nvPicPr>
          <p:cNvPr id="595" name="Google Shape;595;p89"/>
          <p:cNvPicPr preferRelativeResize="0"/>
          <p:nvPr/>
        </p:nvPicPr>
        <p:blipFill>
          <a:blip r:embed="rId5">
            <a:alphaModFix/>
          </a:blip>
          <a:stretch>
            <a:fillRect/>
          </a:stretch>
        </p:blipFill>
        <p:spPr>
          <a:xfrm>
            <a:off x="3314538" y="3495350"/>
            <a:ext cx="182880" cy="182880"/>
          </a:xfrm>
          <a:prstGeom prst="rect">
            <a:avLst/>
          </a:prstGeom>
          <a:noFill/>
          <a:ln cap="flat" cmpd="sng" w="9525">
            <a:solidFill>
              <a:srgbClr val="4340FF">
                <a:alpha val="0"/>
              </a:srgbClr>
            </a:solidFill>
            <a:prstDash val="solid"/>
            <a:round/>
            <a:headEnd len="sm" w="sm" type="none"/>
            <a:tailEnd len="sm" w="sm" type="none"/>
          </a:ln>
        </p:spPr>
      </p:pic>
      <p:sp>
        <p:nvSpPr>
          <p:cNvPr descr="title" id="596" name="Google Shape;596;p89"/>
          <p:cNvSpPr txBox="1"/>
          <p:nvPr>
            <p:ph type="title"/>
          </p:nvPr>
        </p:nvSpPr>
        <p:spPr>
          <a:xfrm>
            <a:off x="311700" y="444125"/>
            <a:ext cx="2747400" cy="42114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zh-TW"/>
              <a:t>System Analysis</a:t>
            </a:r>
            <a:endParaRPr/>
          </a:p>
        </p:txBody>
      </p:sp>
      <p:sp>
        <p:nvSpPr>
          <p:cNvPr descr="chapter" id="597" name="Google Shape;597;p89"/>
          <p:cNvSpPr txBox="1"/>
          <p:nvPr/>
        </p:nvSpPr>
        <p:spPr>
          <a:xfrm>
            <a:off x="311700" y="197800"/>
            <a:ext cx="2747400" cy="247200"/>
          </a:xfrm>
          <a:prstGeom prst="rect">
            <a:avLst/>
          </a:prstGeom>
          <a:noFill/>
          <a:ln>
            <a:noFill/>
          </a:ln>
        </p:spPr>
        <p:txBody>
          <a:bodyPr anchorCtr="0" anchor="ctr" bIns="45700" lIns="9125" spcFirstLastPara="1" rIns="91425" wrap="square" tIns="45700">
            <a:noAutofit/>
          </a:bodyPr>
          <a:lstStyle/>
          <a:p>
            <a:pPr indent="0" lvl="0" marL="0" rtl="0" algn="l">
              <a:lnSpc>
                <a:spcPct val="150000"/>
              </a:lnSpc>
              <a:spcBef>
                <a:spcPts val="900"/>
              </a:spcBef>
              <a:spcAft>
                <a:spcPts val="1200"/>
              </a:spcAft>
              <a:buNone/>
            </a:pPr>
            <a:r>
              <a:rPr lang="zh-TW" sz="1000">
                <a:solidFill>
                  <a:schemeClr val="dk2"/>
                </a:solidFill>
                <a:latin typeface="Hanken Grotesk Medium"/>
                <a:ea typeface="Hanken Grotesk Medium"/>
                <a:cs typeface="Hanken Grotesk Medium"/>
                <a:sym typeface="Hanken Grotesk Medium"/>
              </a:rPr>
              <a:t>Analysis</a:t>
            </a:r>
            <a:endParaRPr sz="1000">
              <a:solidFill>
                <a:schemeClr val="dk2"/>
              </a:solidFill>
              <a:latin typeface="Hanken Grotesk Medium"/>
              <a:ea typeface="Hanken Grotesk Medium"/>
              <a:cs typeface="Hanken Grotesk Medium"/>
              <a:sym typeface="Hanken Grotesk Medium"/>
            </a:endParaRPr>
          </a:p>
        </p:txBody>
      </p:sp>
      <p:sp>
        <p:nvSpPr>
          <p:cNvPr descr="header_0" id="598" name="Google Shape;598;p89"/>
          <p:cNvSpPr txBox="1"/>
          <p:nvPr/>
        </p:nvSpPr>
        <p:spPr>
          <a:xfrm>
            <a:off x="3616750" y="342900"/>
            <a:ext cx="1305000" cy="1476900"/>
          </a:xfrm>
          <a:prstGeom prst="rect">
            <a:avLst/>
          </a:prstGeom>
          <a:noFill/>
          <a:ln>
            <a:noFill/>
          </a:ln>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sz="1150">
                <a:solidFill>
                  <a:schemeClr val="dk1"/>
                </a:solidFill>
                <a:latin typeface="Hanken Grotesk"/>
                <a:ea typeface="Hanken Grotesk"/>
                <a:cs typeface="Hanken Grotesk"/>
                <a:sym typeface="Hanken Grotesk"/>
              </a:rPr>
              <a:t>Functional Requirements</a:t>
            </a:r>
            <a:endParaRPr b="1" sz="1150">
              <a:solidFill>
                <a:schemeClr val="dk1"/>
              </a:solidFill>
              <a:latin typeface="Hanken Grotesk"/>
              <a:ea typeface="Hanken Grotesk"/>
              <a:cs typeface="Hanken Grotesk"/>
              <a:sym typeface="Hanken Grotesk"/>
            </a:endParaRPr>
          </a:p>
        </p:txBody>
      </p:sp>
      <p:sp>
        <p:nvSpPr>
          <p:cNvPr descr="detail_0" id="599" name="Google Shape;599;p89"/>
          <p:cNvSpPr txBox="1"/>
          <p:nvPr/>
        </p:nvSpPr>
        <p:spPr>
          <a:xfrm>
            <a:off x="4921822" y="342900"/>
            <a:ext cx="3910500" cy="1476900"/>
          </a:xfrm>
          <a:prstGeom prst="rect">
            <a:avLst/>
          </a:prstGeom>
          <a:noFill/>
          <a:ln>
            <a:noFill/>
          </a:ln>
        </p:spPr>
        <p:txBody>
          <a:bodyPr anchorCtr="0" anchor="t" bIns="91425" lIns="0" spcFirstLastPara="1" rIns="91425" wrap="square" tIns="45700">
            <a:noAutofit/>
          </a:bodyPr>
          <a:lstStyle/>
          <a:p>
            <a:pPr indent="0" lvl="0" marL="0" rtl="0" algn="l">
              <a:lnSpc>
                <a:spcPct val="125000"/>
              </a:lnSpc>
              <a:spcBef>
                <a:spcPts val="0"/>
              </a:spcBef>
              <a:spcAft>
                <a:spcPts val="800"/>
              </a:spcAft>
              <a:buNone/>
            </a:pPr>
            <a:r>
              <a:rPr lang="zh-TW" sz="1000">
                <a:solidFill>
                  <a:schemeClr val="dk1"/>
                </a:solidFill>
                <a:latin typeface="Hanken Grotesk"/>
                <a:ea typeface="Hanken Grotesk"/>
                <a:cs typeface="Hanken Grotesk"/>
                <a:sym typeface="Hanken Grotesk"/>
              </a:rPr>
              <a:t>Supports </a:t>
            </a:r>
            <a:r>
              <a:rPr lang="zh-TW" sz="1000">
                <a:solidFill>
                  <a:srgbClr val="FF0000"/>
                </a:solidFill>
                <a:latin typeface="Hanken Grotesk"/>
                <a:ea typeface="Hanken Grotesk"/>
                <a:cs typeface="Hanken Grotesk"/>
                <a:sym typeface="Hanken Grotesk"/>
              </a:rPr>
              <a:t>customer ordering</a:t>
            </a:r>
            <a:r>
              <a:rPr lang="zh-TW" sz="1000">
                <a:solidFill>
                  <a:schemeClr val="dk1"/>
                </a:solidFill>
                <a:latin typeface="Hanken Grotesk"/>
                <a:ea typeface="Hanken Grotesk"/>
                <a:cs typeface="Hanken Grotesk"/>
                <a:sym typeface="Hanken Grotesk"/>
              </a:rPr>
              <a:t> interface, </a:t>
            </a:r>
            <a:r>
              <a:rPr lang="zh-TW" sz="1000">
                <a:solidFill>
                  <a:srgbClr val="FF0000"/>
                </a:solidFill>
                <a:latin typeface="Hanken Grotesk"/>
                <a:ea typeface="Hanken Grotesk"/>
                <a:cs typeface="Hanken Grotesk"/>
                <a:sym typeface="Hanken Grotesk"/>
              </a:rPr>
              <a:t>kitchen order</a:t>
            </a:r>
            <a:r>
              <a:rPr lang="zh-TW" sz="1000">
                <a:solidFill>
                  <a:schemeClr val="dk1"/>
                </a:solidFill>
                <a:latin typeface="Hanken Grotesk"/>
                <a:ea typeface="Hanken Grotesk"/>
                <a:cs typeface="Hanken Grotesk"/>
                <a:sym typeface="Hanken Grotesk"/>
              </a:rPr>
              <a:t> processing, </a:t>
            </a:r>
            <a:r>
              <a:rPr lang="zh-TW" sz="1000">
                <a:solidFill>
                  <a:srgbClr val="FF0000"/>
                </a:solidFill>
                <a:latin typeface="Hanken Grotesk"/>
                <a:ea typeface="Hanken Grotesk"/>
                <a:cs typeface="Hanken Grotesk"/>
                <a:sym typeface="Hanken Grotesk"/>
              </a:rPr>
              <a:t>menu CRUD</a:t>
            </a:r>
            <a:r>
              <a:rPr lang="zh-TW" sz="1000">
                <a:solidFill>
                  <a:schemeClr val="dk1"/>
                </a:solidFill>
                <a:latin typeface="Hanken Grotesk"/>
                <a:ea typeface="Hanken Grotesk"/>
                <a:cs typeface="Hanken Grotesk"/>
                <a:sym typeface="Hanken Grotesk"/>
              </a:rPr>
              <a:t> operations, </a:t>
            </a:r>
            <a:r>
              <a:rPr lang="zh-TW" sz="1000">
                <a:solidFill>
                  <a:schemeClr val="dk1"/>
                </a:solidFill>
                <a:latin typeface="Hanken Grotesk"/>
                <a:ea typeface="Hanken Grotesk"/>
                <a:cs typeface="Hanken Grotesk"/>
                <a:sym typeface="Hanken Grotesk"/>
              </a:rPr>
              <a:t> and real-time data synchronization across modules.</a:t>
            </a:r>
            <a:endParaRPr sz="1000">
              <a:solidFill>
                <a:schemeClr val="dk1"/>
              </a:solidFill>
              <a:latin typeface="Hanken Grotesk"/>
              <a:ea typeface="Hanken Grotesk"/>
              <a:cs typeface="Hanken Grotesk"/>
              <a:sym typeface="Hanken Grotesk"/>
            </a:endParaRPr>
          </a:p>
        </p:txBody>
      </p:sp>
      <p:sp>
        <p:nvSpPr>
          <p:cNvPr descr="detail_1" id="600" name="Google Shape;600;p89"/>
          <p:cNvSpPr txBox="1"/>
          <p:nvPr/>
        </p:nvSpPr>
        <p:spPr>
          <a:xfrm>
            <a:off x="4921822" y="1905800"/>
            <a:ext cx="3910500" cy="1476900"/>
          </a:xfrm>
          <a:prstGeom prst="rect">
            <a:avLst/>
          </a:prstGeom>
          <a:noFill/>
          <a:ln>
            <a:noFill/>
          </a:ln>
        </p:spPr>
        <p:txBody>
          <a:bodyPr anchorCtr="0" anchor="t" bIns="91425" lIns="0" spcFirstLastPara="1" rIns="91425" wrap="square" tIns="45700">
            <a:noAutofit/>
          </a:bodyPr>
          <a:lstStyle/>
          <a:p>
            <a:pPr indent="0" lvl="0" marL="0" rtl="0" algn="l">
              <a:lnSpc>
                <a:spcPct val="115000"/>
              </a:lnSpc>
              <a:spcBef>
                <a:spcPts val="0"/>
              </a:spcBef>
              <a:spcAft>
                <a:spcPts val="800"/>
              </a:spcAft>
              <a:buNone/>
            </a:pPr>
            <a:r>
              <a:rPr lang="zh-TW" sz="1000">
                <a:solidFill>
                  <a:schemeClr val="dk1"/>
                </a:solidFill>
                <a:latin typeface="Hanken Grotesk"/>
                <a:ea typeface="Hanken Grotesk"/>
                <a:cs typeface="Hanken Grotesk"/>
                <a:sym typeface="Hanken Grotesk"/>
              </a:rPr>
              <a:t>Ensures fast menu item search, sorted menu display, and correct order priority without long loading time</a:t>
            </a:r>
            <a:endParaRPr sz="1000">
              <a:solidFill>
                <a:schemeClr val="dk1"/>
              </a:solidFill>
              <a:latin typeface="Hanken Grotesk"/>
              <a:ea typeface="Hanken Grotesk"/>
              <a:cs typeface="Hanken Grotesk"/>
              <a:sym typeface="Hanken Grotesk"/>
            </a:endParaRPr>
          </a:p>
        </p:txBody>
      </p:sp>
      <p:sp>
        <p:nvSpPr>
          <p:cNvPr descr="header_1" id="601" name="Google Shape;601;p89"/>
          <p:cNvSpPr txBox="1"/>
          <p:nvPr/>
        </p:nvSpPr>
        <p:spPr>
          <a:xfrm>
            <a:off x="3616750" y="1905801"/>
            <a:ext cx="1305000" cy="1476900"/>
          </a:xfrm>
          <a:prstGeom prst="rect">
            <a:avLst/>
          </a:prstGeom>
          <a:noFill/>
          <a:ln>
            <a:noFill/>
          </a:ln>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sz="1150">
                <a:solidFill>
                  <a:schemeClr val="dk1"/>
                </a:solidFill>
                <a:latin typeface="Hanken Grotesk"/>
                <a:ea typeface="Hanken Grotesk"/>
                <a:cs typeface="Hanken Grotesk"/>
                <a:sym typeface="Hanken Grotesk"/>
              </a:rPr>
              <a:t>Non-Functional Requirements</a:t>
            </a:r>
            <a:endParaRPr b="1" sz="1150">
              <a:solidFill>
                <a:schemeClr val="dk1"/>
              </a:solidFill>
              <a:latin typeface="Hanken Grotesk"/>
              <a:ea typeface="Hanken Grotesk"/>
              <a:cs typeface="Hanken Grotesk"/>
              <a:sym typeface="Hanken Grotesk"/>
            </a:endParaRPr>
          </a:p>
        </p:txBody>
      </p:sp>
      <p:sp>
        <p:nvSpPr>
          <p:cNvPr descr="detail_2" id="602" name="Google Shape;602;p89"/>
          <p:cNvSpPr txBox="1"/>
          <p:nvPr/>
        </p:nvSpPr>
        <p:spPr>
          <a:xfrm>
            <a:off x="4921822" y="3468711"/>
            <a:ext cx="3910500" cy="1476900"/>
          </a:xfrm>
          <a:prstGeom prst="rect">
            <a:avLst/>
          </a:prstGeom>
          <a:noFill/>
          <a:ln>
            <a:noFill/>
          </a:ln>
        </p:spPr>
        <p:txBody>
          <a:bodyPr anchorCtr="0" anchor="t" bIns="91425" lIns="0" spcFirstLastPara="1" rIns="91425" wrap="square" tIns="45700">
            <a:noAutofit/>
          </a:bodyPr>
          <a:lstStyle/>
          <a:p>
            <a:pPr indent="0" lvl="0" marL="0" rtl="0" algn="l">
              <a:lnSpc>
                <a:spcPct val="115000"/>
              </a:lnSpc>
              <a:spcBef>
                <a:spcPts val="0"/>
              </a:spcBef>
              <a:spcAft>
                <a:spcPts val="800"/>
              </a:spcAft>
              <a:buNone/>
            </a:pPr>
            <a:r>
              <a:rPr lang="zh-TW" sz="1000">
                <a:solidFill>
                  <a:schemeClr val="dk1"/>
                </a:solidFill>
                <a:latin typeface="Hanken Grotesk"/>
                <a:ea typeface="Hanken Grotesk"/>
                <a:cs typeface="Hanken Grotesk"/>
                <a:sym typeface="Hanken Grotesk"/>
              </a:rPr>
              <a:t>Utilizes Hash Table for instant lookup, Binary Search Tree for sorted views, Priority Queue for order management, and Merge Sort for flexible sorting needs.</a:t>
            </a:r>
            <a:endParaRPr sz="1000">
              <a:solidFill>
                <a:schemeClr val="dk1"/>
              </a:solidFill>
              <a:latin typeface="Hanken Grotesk"/>
              <a:ea typeface="Hanken Grotesk"/>
              <a:cs typeface="Hanken Grotesk"/>
              <a:sym typeface="Hanken Grotesk"/>
            </a:endParaRPr>
          </a:p>
        </p:txBody>
      </p:sp>
      <p:sp>
        <p:nvSpPr>
          <p:cNvPr descr="header_2" id="603" name="Google Shape;603;p89"/>
          <p:cNvSpPr txBox="1"/>
          <p:nvPr/>
        </p:nvSpPr>
        <p:spPr>
          <a:xfrm>
            <a:off x="3616750" y="3468712"/>
            <a:ext cx="1305000" cy="1476900"/>
          </a:xfrm>
          <a:prstGeom prst="rect">
            <a:avLst/>
          </a:prstGeom>
          <a:noFill/>
          <a:ln>
            <a:noFill/>
          </a:ln>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sz="1150">
                <a:solidFill>
                  <a:schemeClr val="dk1"/>
                </a:solidFill>
                <a:latin typeface="Hanken Grotesk"/>
                <a:ea typeface="Hanken Grotesk"/>
                <a:cs typeface="Hanken Grotesk"/>
                <a:sym typeface="Hanken Grotesk"/>
              </a:rPr>
              <a:t>Data Structure Selection</a:t>
            </a:r>
            <a:endParaRPr b="1" sz="1150">
              <a:solidFill>
                <a:schemeClr val="dk1"/>
              </a:solidFill>
              <a:latin typeface="Hanken Grotesk"/>
              <a:ea typeface="Hanken Grotesk"/>
              <a:cs typeface="Hanken Grotesk"/>
              <a:sym typeface="Hanken Grotesk"/>
            </a:endParaRPr>
          </a:p>
        </p:txBody>
      </p:sp>
      <p:pic>
        <p:nvPicPr>
          <p:cNvPr descr="logo" id="604" name="Google Shape;604;p89"/>
          <p:cNvPicPr preferRelativeResize="0"/>
          <p:nvPr/>
        </p:nvPicPr>
        <p:blipFill>
          <a:blip r:embed="rId6">
            <a:alphaModFix/>
          </a:blip>
          <a:stretch>
            <a:fillRect/>
          </a:stretch>
        </p:blipFill>
        <p:spPr>
          <a:xfrm>
            <a:off x="311700" y="4799400"/>
            <a:ext cx="1805026" cy="192024"/>
          </a:xfrm>
          <a:prstGeom prst="rect">
            <a:avLst/>
          </a:prstGeom>
          <a:noFill/>
          <a:ln>
            <a:noFill/>
          </a:ln>
        </p:spPr>
      </p:pic>
      <p:pic>
        <p:nvPicPr>
          <p:cNvPr descr="Data analysis, SEO analysis, big data research, website analytics concept with people, graphs and charts illustration (來源：Getty Images)" id="605" name="Google Shape;605;p89"/>
          <p:cNvPicPr preferRelativeResize="0"/>
          <p:nvPr/>
        </p:nvPicPr>
        <p:blipFill rotWithShape="1">
          <a:blip r:embed="rId7">
            <a:alphaModFix/>
          </a:blip>
          <a:srcRect b="3850" l="23682" r="19944" t="5331"/>
          <a:stretch/>
        </p:blipFill>
        <p:spPr>
          <a:xfrm>
            <a:off x="405688" y="1176038"/>
            <a:ext cx="2559427" cy="32996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descr="title" id="610" name="Google Shape;610;p90"/>
          <p:cNvSpPr txBox="1"/>
          <p:nvPr>
            <p:ph type="title"/>
          </p:nvPr>
        </p:nvSpPr>
        <p:spPr>
          <a:xfrm>
            <a:off x="311700" y="444125"/>
            <a:ext cx="8520600" cy="475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SzPts val="990"/>
              <a:buNone/>
            </a:pPr>
            <a:r>
              <a:rPr lang="zh-TW"/>
              <a:t>Design: Customer Ordering System</a:t>
            </a:r>
            <a:endParaRPr/>
          </a:p>
        </p:txBody>
      </p:sp>
      <p:sp>
        <p:nvSpPr>
          <p:cNvPr id="611" name="Google Shape;611;p90"/>
          <p:cNvSpPr txBox="1"/>
          <p:nvPr>
            <p:ph idx="4294967295" type="subTitle"/>
          </p:nvPr>
        </p:nvSpPr>
        <p:spPr>
          <a:xfrm>
            <a:off x="311700" y="1152475"/>
            <a:ext cx="849900" cy="322500"/>
          </a:xfrm>
          <a:prstGeom prst="rect">
            <a:avLst/>
          </a:prstGeom>
          <a:noFill/>
          <a:ln>
            <a:noFill/>
          </a:ln>
        </p:spPr>
        <p:txBody>
          <a:bodyPr anchorCtr="0" anchor="ctr" bIns="91425" lIns="0" spcFirstLastPara="1" rIns="91425" wrap="square" tIns="91425">
            <a:noAutofit/>
          </a:bodyPr>
          <a:lstStyle/>
          <a:p>
            <a:pPr indent="0" lvl="0" marL="0" rtl="0" algn="l">
              <a:lnSpc>
                <a:spcPct val="100000"/>
              </a:lnSpc>
              <a:spcBef>
                <a:spcPts val="0"/>
              </a:spcBef>
              <a:spcAft>
                <a:spcPts val="0"/>
              </a:spcAft>
              <a:buSzPts val="1100"/>
              <a:buNone/>
            </a:pPr>
            <a:r>
              <a:rPr b="1" lang="zh-TW" sz="1300">
                <a:solidFill>
                  <a:schemeClr val="accent1"/>
                </a:solidFill>
              </a:rPr>
              <a:t>01</a:t>
            </a:r>
            <a:endParaRPr b="1" sz="1300">
              <a:solidFill>
                <a:schemeClr val="accent1"/>
              </a:solidFill>
            </a:endParaRPr>
          </a:p>
        </p:txBody>
      </p:sp>
      <p:sp>
        <p:nvSpPr>
          <p:cNvPr id="612" name="Google Shape;612;p90"/>
          <p:cNvSpPr txBox="1"/>
          <p:nvPr>
            <p:ph idx="4294967295" type="subTitle"/>
          </p:nvPr>
        </p:nvSpPr>
        <p:spPr>
          <a:xfrm>
            <a:off x="3198250" y="1152475"/>
            <a:ext cx="849900" cy="322500"/>
          </a:xfrm>
          <a:prstGeom prst="rect">
            <a:avLst/>
          </a:prstGeom>
          <a:noFill/>
          <a:ln>
            <a:noFill/>
          </a:ln>
        </p:spPr>
        <p:txBody>
          <a:bodyPr anchorCtr="0" anchor="ctr" bIns="91425" lIns="0" spcFirstLastPara="1" rIns="91425" wrap="square" tIns="91425">
            <a:noAutofit/>
          </a:bodyPr>
          <a:lstStyle/>
          <a:p>
            <a:pPr indent="0" lvl="0" marL="0" rtl="0" algn="l">
              <a:lnSpc>
                <a:spcPct val="100000"/>
              </a:lnSpc>
              <a:spcBef>
                <a:spcPts val="0"/>
              </a:spcBef>
              <a:spcAft>
                <a:spcPts val="0"/>
              </a:spcAft>
              <a:buSzPts val="1100"/>
              <a:buNone/>
            </a:pPr>
            <a:r>
              <a:rPr b="1" lang="zh-TW" sz="1300">
                <a:solidFill>
                  <a:schemeClr val="accent1"/>
                </a:solidFill>
              </a:rPr>
              <a:t>02</a:t>
            </a:r>
            <a:endParaRPr b="1" sz="1300">
              <a:solidFill>
                <a:schemeClr val="accent1"/>
              </a:solidFill>
            </a:endParaRPr>
          </a:p>
        </p:txBody>
      </p:sp>
      <p:sp>
        <p:nvSpPr>
          <p:cNvPr descr="chapter" id="613" name="Google Shape;613;p90"/>
          <p:cNvSpPr txBox="1"/>
          <p:nvPr/>
        </p:nvSpPr>
        <p:spPr>
          <a:xfrm>
            <a:off x="311700" y="197800"/>
            <a:ext cx="4189200" cy="247200"/>
          </a:xfrm>
          <a:prstGeom prst="rect">
            <a:avLst/>
          </a:prstGeom>
          <a:noFill/>
          <a:ln>
            <a:noFill/>
          </a:ln>
        </p:spPr>
        <p:txBody>
          <a:bodyPr anchorCtr="0" anchor="ctr" bIns="45700" lIns="9125" spcFirstLastPara="1" rIns="91425" wrap="square" tIns="45700">
            <a:noAutofit/>
          </a:bodyPr>
          <a:lstStyle/>
          <a:p>
            <a:pPr indent="0" lvl="0" marL="0" rtl="0" algn="l">
              <a:lnSpc>
                <a:spcPct val="150000"/>
              </a:lnSpc>
              <a:spcBef>
                <a:spcPts val="900"/>
              </a:spcBef>
              <a:spcAft>
                <a:spcPts val="1200"/>
              </a:spcAft>
              <a:buNone/>
            </a:pPr>
            <a:r>
              <a:rPr lang="zh-TW" sz="1000">
                <a:solidFill>
                  <a:schemeClr val="dk2"/>
                </a:solidFill>
                <a:latin typeface="Hanken Grotesk Medium"/>
                <a:ea typeface="Hanken Grotesk Medium"/>
                <a:cs typeface="Hanken Grotesk Medium"/>
                <a:sym typeface="Hanken Grotesk Medium"/>
              </a:rPr>
              <a:t>Design</a:t>
            </a:r>
            <a:endParaRPr sz="1000">
              <a:solidFill>
                <a:schemeClr val="dk2"/>
              </a:solidFill>
              <a:latin typeface="Hanken Grotesk Medium"/>
              <a:ea typeface="Hanken Grotesk Medium"/>
              <a:cs typeface="Hanken Grotesk Medium"/>
              <a:sym typeface="Hanken Grotesk Medium"/>
            </a:endParaRPr>
          </a:p>
        </p:txBody>
      </p:sp>
      <p:sp>
        <p:nvSpPr>
          <p:cNvPr descr="detail_0" id="614" name="Google Shape;614;p90"/>
          <p:cNvSpPr txBox="1"/>
          <p:nvPr>
            <p:ph idx="4294967295" type="body"/>
          </p:nvPr>
        </p:nvSpPr>
        <p:spPr>
          <a:xfrm>
            <a:off x="311691" y="1886575"/>
            <a:ext cx="2747400" cy="27690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800"/>
              </a:spcAft>
              <a:buNone/>
            </a:pPr>
            <a:r>
              <a:rPr lang="zh-TW" sz="1100"/>
              <a:t>Includes </a:t>
            </a:r>
            <a:r>
              <a:rPr b="1" lang="zh-TW" sz="1100"/>
              <a:t>Menu Display</a:t>
            </a:r>
            <a:r>
              <a:rPr lang="zh-TW" sz="1100"/>
              <a:t> powered by </a:t>
            </a:r>
            <a:r>
              <a:rPr lang="zh-TW" sz="1100">
                <a:solidFill>
                  <a:srgbClr val="FF0000"/>
                </a:solidFill>
              </a:rPr>
              <a:t>ListView </a:t>
            </a:r>
            <a:r>
              <a:rPr lang="zh-TW" sz="1100"/>
              <a:t>for easy item browsing, </a:t>
            </a:r>
            <a:r>
              <a:rPr b="1" lang="zh-TW" sz="1100"/>
              <a:t>Shopping Cart </a:t>
            </a:r>
            <a:r>
              <a:rPr lang="zh-TW" sz="1100"/>
              <a:t>implemented with </a:t>
            </a:r>
            <a:r>
              <a:rPr lang="zh-TW" sz="1100">
                <a:solidFill>
                  <a:srgbClr val="FF0000"/>
                </a:solidFill>
              </a:rPr>
              <a:t>TableView</a:t>
            </a:r>
            <a:r>
              <a:rPr lang="zh-TW" sz="1100"/>
              <a:t> for clear itemization, and an Order Submission interface to finalize purchases.</a:t>
            </a:r>
            <a:endParaRPr sz="1100"/>
          </a:p>
        </p:txBody>
      </p:sp>
      <p:sp>
        <p:nvSpPr>
          <p:cNvPr descr="header_0" id="615" name="Google Shape;615;p90"/>
          <p:cNvSpPr txBox="1"/>
          <p:nvPr>
            <p:ph idx="4294967295" type="body"/>
          </p:nvPr>
        </p:nvSpPr>
        <p:spPr>
          <a:xfrm>
            <a:off x="311675" y="1474975"/>
            <a:ext cx="2747400" cy="411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sz="1300"/>
              <a:t>Key Components</a:t>
            </a:r>
            <a:endParaRPr b="1" sz="1300"/>
          </a:p>
        </p:txBody>
      </p:sp>
      <p:sp>
        <p:nvSpPr>
          <p:cNvPr descr="header_1" id="616" name="Google Shape;616;p90"/>
          <p:cNvSpPr txBox="1"/>
          <p:nvPr>
            <p:ph idx="4294967295" type="subTitle"/>
          </p:nvPr>
        </p:nvSpPr>
        <p:spPr>
          <a:xfrm>
            <a:off x="3198250" y="1474975"/>
            <a:ext cx="2747400" cy="411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sz="1300"/>
              <a:t>Data Flow Overview</a:t>
            </a:r>
            <a:endParaRPr b="1" sz="1300"/>
          </a:p>
        </p:txBody>
      </p:sp>
      <p:sp>
        <p:nvSpPr>
          <p:cNvPr descr="detail_1" id="617" name="Google Shape;617;p90"/>
          <p:cNvSpPr txBox="1"/>
          <p:nvPr>
            <p:ph idx="4294967295" type="body"/>
          </p:nvPr>
        </p:nvSpPr>
        <p:spPr>
          <a:xfrm>
            <a:off x="3198291" y="1886575"/>
            <a:ext cx="2747400" cy="27690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800"/>
              </a:spcAft>
              <a:buNone/>
            </a:pPr>
            <a:r>
              <a:rPr lang="zh-TW" sz="1100"/>
              <a:t>Users </a:t>
            </a:r>
            <a:r>
              <a:rPr lang="zh-TW" sz="1100">
                <a:solidFill>
                  <a:srgbClr val="FF0000"/>
                </a:solidFill>
              </a:rPr>
              <a:t>browse the menu to select items</a:t>
            </a:r>
            <a:r>
              <a:rPr lang="zh-TW" sz="1100"/>
              <a:t>, add or remove them from the cart, then submit the finalized order which enters the processing queue for kitchen preparation.</a:t>
            </a:r>
            <a:endParaRPr sz="1100"/>
          </a:p>
        </p:txBody>
      </p:sp>
      <p:sp>
        <p:nvSpPr>
          <p:cNvPr id="618" name="Google Shape;618;p90"/>
          <p:cNvSpPr txBox="1"/>
          <p:nvPr>
            <p:ph idx="4294967295" type="subTitle"/>
          </p:nvPr>
        </p:nvSpPr>
        <p:spPr>
          <a:xfrm>
            <a:off x="6084850" y="1152475"/>
            <a:ext cx="849900" cy="322500"/>
          </a:xfrm>
          <a:prstGeom prst="rect">
            <a:avLst/>
          </a:prstGeom>
          <a:noFill/>
          <a:ln>
            <a:noFill/>
          </a:ln>
        </p:spPr>
        <p:txBody>
          <a:bodyPr anchorCtr="0" anchor="ctr" bIns="91425" lIns="0" spcFirstLastPara="1" rIns="91425" wrap="square" tIns="91425">
            <a:noAutofit/>
          </a:bodyPr>
          <a:lstStyle/>
          <a:p>
            <a:pPr indent="0" lvl="0" marL="0" rtl="0" algn="l">
              <a:lnSpc>
                <a:spcPct val="100000"/>
              </a:lnSpc>
              <a:spcBef>
                <a:spcPts val="0"/>
              </a:spcBef>
              <a:spcAft>
                <a:spcPts val="0"/>
              </a:spcAft>
              <a:buSzPts val="1100"/>
              <a:buNone/>
            </a:pPr>
            <a:r>
              <a:rPr b="1" lang="zh-TW" sz="1300">
                <a:solidFill>
                  <a:schemeClr val="accent1"/>
                </a:solidFill>
              </a:rPr>
              <a:t>03</a:t>
            </a:r>
            <a:endParaRPr b="1" sz="1300">
              <a:solidFill>
                <a:schemeClr val="accent1"/>
              </a:solidFill>
            </a:endParaRPr>
          </a:p>
        </p:txBody>
      </p:sp>
      <p:sp>
        <p:nvSpPr>
          <p:cNvPr descr="header_2" id="619" name="Google Shape;619;p90"/>
          <p:cNvSpPr txBox="1"/>
          <p:nvPr>
            <p:ph idx="4294967295" type="subTitle"/>
          </p:nvPr>
        </p:nvSpPr>
        <p:spPr>
          <a:xfrm>
            <a:off x="6084850" y="1474975"/>
            <a:ext cx="2747400" cy="411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sz="1300"/>
              <a:t>Core Features</a:t>
            </a:r>
            <a:endParaRPr b="1" sz="1300"/>
          </a:p>
        </p:txBody>
      </p:sp>
      <p:sp>
        <p:nvSpPr>
          <p:cNvPr descr="detail_2" id="620" name="Google Shape;620;p90"/>
          <p:cNvSpPr txBox="1"/>
          <p:nvPr>
            <p:ph idx="4294967295" type="body"/>
          </p:nvPr>
        </p:nvSpPr>
        <p:spPr>
          <a:xfrm>
            <a:off x="6084891" y="1886575"/>
            <a:ext cx="2747400" cy="27690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800"/>
              </a:spcAft>
              <a:buNone/>
            </a:pPr>
            <a:r>
              <a:rPr lang="zh-TW" sz="1100"/>
              <a:t>Supports </a:t>
            </a:r>
            <a:r>
              <a:rPr lang="zh-TW" sz="1100">
                <a:solidFill>
                  <a:srgbClr val="FF0000"/>
                </a:solidFill>
              </a:rPr>
              <a:t>browsing menu items</a:t>
            </a:r>
            <a:r>
              <a:rPr lang="zh-TW" sz="1100"/>
              <a:t> by category, </a:t>
            </a:r>
            <a:r>
              <a:rPr lang="zh-TW" sz="1100">
                <a:solidFill>
                  <a:srgbClr val="FF0000"/>
                </a:solidFill>
              </a:rPr>
              <a:t>managing cart contents</a:t>
            </a:r>
            <a:r>
              <a:rPr lang="zh-TW" sz="1100"/>
              <a:t> dynamically, calculating order totals in real time, and submitting orders efficiently to optimize restaurant workflow.</a:t>
            </a:r>
            <a:endParaRPr sz="1100"/>
          </a:p>
        </p:txBody>
      </p:sp>
      <p:pic>
        <p:nvPicPr>
          <p:cNvPr descr="logo" id="621" name="Google Shape;621;p90"/>
          <p:cNvPicPr preferRelativeResize="0"/>
          <p:nvPr/>
        </p:nvPicPr>
        <p:blipFill>
          <a:blip r:embed="rId3">
            <a:alphaModFix/>
          </a:blip>
          <a:stretch>
            <a:fillRect/>
          </a:stretch>
        </p:blipFill>
        <p:spPr>
          <a:xfrm>
            <a:off x="311700" y="4799400"/>
            <a:ext cx="1805026" cy="192024"/>
          </a:xfrm>
          <a:prstGeom prst="rect">
            <a:avLst/>
          </a:prstGeom>
          <a:noFill/>
          <a:ln>
            <a:noFill/>
          </a:ln>
        </p:spPr>
      </p:pic>
      <p:pic>
        <p:nvPicPr>
          <p:cNvPr id="622" name="Google Shape;622;p90"/>
          <p:cNvPicPr preferRelativeResize="0"/>
          <p:nvPr/>
        </p:nvPicPr>
        <p:blipFill>
          <a:blip r:embed="rId4">
            <a:alphaModFix/>
          </a:blip>
          <a:stretch>
            <a:fillRect/>
          </a:stretch>
        </p:blipFill>
        <p:spPr>
          <a:xfrm>
            <a:off x="311675" y="3155075"/>
            <a:ext cx="2018275" cy="1836350"/>
          </a:xfrm>
          <a:prstGeom prst="rect">
            <a:avLst/>
          </a:prstGeom>
          <a:noFill/>
          <a:ln>
            <a:noFill/>
          </a:ln>
        </p:spPr>
      </p:pic>
      <p:pic>
        <p:nvPicPr>
          <p:cNvPr id="623" name="Google Shape;623;p90"/>
          <p:cNvPicPr preferRelativeResize="0"/>
          <p:nvPr/>
        </p:nvPicPr>
        <p:blipFill rotWithShape="1">
          <a:blip r:embed="rId5">
            <a:alphaModFix/>
          </a:blip>
          <a:srcRect b="23377" l="0" r="0" t="0"/>
          <a:stretch/>
        </p:blipFill>
        <p:spPr>
          <a:xfrm>
            <a:off x="2612837" y="3330903"/>
            <a:ext cx="1805024" cy="161479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descr="title" id="628" name="Google Shape;628;p91"/>
          <p:cNvSpPr txBox="1"/>
          <p:nvPr>
            <p:ph type="title"/>
          </p:nvPr>
        </p:nvSpPr>
        <p:spPr>
          <a:xfrm>
            <a:off x="311700" y="444125"/>
            <a:ext cx="8520600" cy="475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SzPts val="990"/>
              <a:buNone/>
            </a:pPr>
            <a:r>
              <a:rPr lang="zh-TW"/>
              <a:t>Hash Table</a:t>
            </a:r>
            <a:endParaRPr/>
          </a:p>
        </p:txBody>
      </p:sp>
      <p:sp>
        <p:nvSpPr>
          <p:cNvPr id="629" name="Google Shape;629;p91"/>
          <p:cNvSpPr txBox="1"/>
          <p:nvPr>
            <p:ph idx="4294967295" type="subTitle"/>
          </p:nvPr>
        </p:nvSpPr>
        <p:spPr>
          <a:xfrm>
            <a:off x="1497825" y="1179420"/>
            <a:ext cx="849900" cy="322500"/>
          </a:xfrm>
          <a:prstGeom prst="rect">
            <a:avLst/>
          </a:prstGeom>
          <a:noFill/>
          <a:ln>
            <a:noFill/>
          </a:ln>
        </p:spPr>
        <p:txBody>
          <a:bodyPr anchorCtr="0" anchor="ctr" bIns="91425" lIns="0" spcFirstLastPara="1" rIns="91425" wrap="square" tIns="91425">
            <a:noAutofit/>
          </a:bodyPr>
          <a:lstStyle/>
          <a:p>
            <a:pPr indent="0" lvl="0" marL="0" rtl="0" algn="l">
              <a:lnSpc>
                <a:spcPct val="100000"/>
              </a:lnSpc>
              <a:spcBef>
                <a:spcPts val="0"/>
              </a:spcBef>
              <a:spcAft>
                <a:spcPts val="0"/>
              </a:spcAft>
              <a:buSzPts val="1100"/>
              <a:buNone/>
            </a:pPr>
            <a:r>
              <a:rPr b="1" lang="zh-TW" sz="1300">
                <a:solidFill>
                  <a:schemeClr val="accent1"/>
                </a:solidFill>
              </a:rPr>
              <a:t>01</a:t>
            </a:r>
            <a:endParaRPr b="1" sz="1300">
              <a:solidFill>
                <a:schemeClr val="accent1"/>
              </a:solidFill>
            </a:endParaRPr>
          </a:p>
        </p:txBody>
      </p:sp>
      <p:sp>
        <p:nvSpPr>
          <p:cNvPr descr="chapter" id="630" name="Google Shape;630;p91"/>
          <p:cNvSpPr txBox="1"/>
          <p:nvPr/>
        </p:nvSpPr>
        <p:spPr>
          <a:xfrm>
            <a:off x="311700" y="197800"/>
            <a:ext cx="4189200" cy="247200"/>
          </a:xfrm>
          <a:prstGeom prst="rect">
            <a:avLst/>
          </a:prstGeom>
          <a:noFill/>
          <a:ln>
            <a:noFill/>
          </a:ln>
        </p:spPr>
        <p:txBody>
          <a:bodyPr anchorCtr="0" anchor="ctr" bIns="45700" lIns="9125" spcFirstLastPara="1" rIns="91425" wrap="square" tIns="45700">
            <a:noAutofit/>
          </a:bodyPr>
          <a:lstStyle/>
          <a:p>
            <a:pPr indent="0" lvl="0" marL="0" rtl="0" algn="l">
              <a:lnSpc>
                <a:spcPct val="150000"/>
              </a:lnSpc>
              <a:spcBef>
                <a:spcPts val="900"/>
              </a:spcBef>
              <a:spcAft>
                <a:spcPts val="1200"/>
              </a:spcAft>
              <a:buNone/>
            </a:pPr>
            <a:r>
              <a:rPr lang="zh-TW" sz="1000">
                <a:solidFill>
                  <a:schemeClr val="dk2"/>
                </a:solidFill>
                <a:latin typeface="Hanken Grotesk Medium"/>
                <a:ea typeface="Hanken Grotesk Medium"/>
                <a:cs typeface="Hanken Grotesk Medium"/>
                <a:sym typeface="Hanken Grotesk Medium"/>
              </a:rPr>
              <a:t>Data Structures</a:t>
            </a:r>
            <a:endParaRPr sz="1000">
              <a:solidFill>
                <a:schemeClr val="dk2"/>
              </a:solidFill>
              <a:latin typeface="Hanken Grotesk Medium"/>
              <a:ea typeface="Hanken Grotesk Medium"/>
              <a:cs typeface="Hanken Grotesk Medium"/>
              <a:sym typeface="Hanken Grotesk Medium"/>
            </a:endParaRPr>
          </a:p>
        </p:txBody>
      </p:sp>
      <p:sp>
        <p:nvSpPr>
          <p:cNvPr descr="detail_0" id="631" name="Google Shape;631;p91"/>
          <p:cNvSpPr txBox="1"/>
          <p:nvPr>
            <p:ph idx="4294967295" type="body"/>
          </p:nvPr>
        </p:nvSpPr>
        <p:spPr>
          <a:xfrm>
            <a:off x="1497816" y="1913520"/>
            <a:ext cx="2747400" cy="27690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0"/>
              </a:spcAft>
              <a:buNone/>
            </a:pPr>
            <a:r>
              <a:rPr lang="zh-TW" sz="1100"/>
              <a:t>Implemented as a generic HashTable&lt;K,V&gt; with a MenuHashTable wrapper for menu items. Supports </a:t>
            </a:r>
            <a:r>
              <a:rPr lang="zh-TW" sz="1100">
                <a:solidFill>
                  <a:srgbClr val="FF0000"/>
                </a:solidFill>
              </a:rPr>
              <a:t>O(1) average time complexity</a:t>
            </a:r>
            <a:r>
              <a:rPr lang="zh-TW" sz="1100"/>
              <a:t> for operations: </a:t>
            </a:r>
            <a:r>
              <a:rPr b="1" lang="zh-TW" sz="1100"/>
              <a:t>put</a:t>
            </a:r>
            <a:r>
              <a:rPr lang="zh-TW" sz="1100"/>
              <a:t>, </a:t>
            </a:r>
            <a:r>
              <a:rPr b="1" lang="zh-TW" sz="1100"/>
              <a:t>get</a:t>
            </a:r>
            <a:r>
              <a:rPr lang="zh-TW" sz="1100"/>
              <a:t>, </a:t>
            </a:r>
            <a:r>
              <a:rPr b="1" lang="zh-TW" sz="1100"/>
              <a:t>containsKey</a:t>
            </a:r>
            <a:r>
              <a:rPr lang="zh-TW" sz="1100"/>
              <a:t>, and </a:t>
            </a:r>
            <a:r>
              <a:rPr b="1" lang="zh-TW" sz="1100"/>
              <a:t>remove</a:t>
            </a:r>
            <a:r>
              <a:rPr lang="zh-TW" sz="1100"/>
              <a:t>, enabling instant menu item lookups.</a:t>
            </a:r>
            <a:endParaRPr sz="1100"/>
          </a:p>
          <a:p>
            <a:pPr indent="0" lvl="0" marL="0" rtl="0" algn="l">
              <a:lnSpc>
                <a:spcPct val="125000"/>
              </a:lnSpc>
              <a:spcBef>
                <a:spcPts val="800"/>
              </a:spcBef>
              <a:spcAft>
                <a:spcPts val="0"/>
              </a:spcAft>
              <a:buNone/>
            </a:pPr>
            <a:r>
              <a:t/>
            </a:r>
            <a:endParaRPr sz="1100"/>
          </a:p>
          <a:p>
            <a:pPr indent="0" lvl="0" marL="0" rtl="0" algn="l">
              <a:lnSpc>
                <a:spcPct val="125000"/>
              </a:lnSpc>
              <a:spcBef>
                <a:spcPts val="800"/>
              </a:spcBef>
              <a:spcAft>
                <a:spcPts val="0"/>
              </a:spcAft>
              <a:buNone/>
            </a:pPr>
            <a:r>
              <a:rPr lang="zh-TW" sz="1100"/>
              <a:t>HashTable&lt;K,V&gt;</a:t>
            </a:r>
            <a:br>
              <a:rPr lang="zh-TW" sz="1100"/>
            </a:br>
            <a:r>
              <a:rPr lang="zh-TW" sz="1100">
                <a:solidFill>
                  <a:srgbClr val="FF0000"/>
                </a:solidFill>
              </a:rPr>
              <a:t>key</a:t>
            </a:r>
            <a:r>
              <a:rPr lang="zh-TW" sz="1100"/>
              <a:t>: </a:t>
            </a:r>
            <a:r>
              <a:rPr b="1" lang="zh-TW" sz="1100"/>
              <a:t>each menu item's id</a:t>
            </a:r>
            <a:br>
              <a:rPr lang="zh-TW" sz="1100"/>
            </a:br>
            <a:r>
              <a:rPr lang="zh-TW" sz="1100">
                <a:solidFill>
                  <a:srgbClr val="FF0000"/>
                </a:solidFill>
              </a:rPr>
              <a:t>value</a:t>
            </a:r>
            <a:r>
              <a:rPr lang="zh-TW" sz="1100"/>
              <a:t>: </a:t>
            </a:r>
            <a:r>
              <a:rPr b="1" lang="zh-TW" sz="1100"/>
              <a:t>MenuItem object</a:t>
            </a:r>
            <a:endParaRPr b="1" sz="1100"/>
          </a:p>
          <a:p>
            <a:pPr indent="0" lvl="0" marL="0" rtl="0" algn="l">
              <a:lnSpc>
                <a:spcPct val="125000"/>
              </a:lnSpc>
              <a:spcBef>
                <a:spcPts val="800"/>
              </a:spcBef>
              <a:spcAft>
                <a:spcPts val="800"/>
              </a:spcAft>
              <a:buNone/>
            </a:pPr>
            <a:r>
              <a:t/>
            </a:r>
            <a:endParaRPr sz="1100"/>
          </a:p>
        </p:txBody>
      </p:sp>
      <p:sp>
        <p:nvSpPr>
          <p:cNvPr descr="header_0" id="632" name="Google Shape;632;p91"/>
          <p:cNvSpPr txBox="1"/>
          <p:nvPr>
            <p:ph idx="4294967295" type="body"/>
          </p:nvPr>
        </p:nvSpPr>
        <p:spPr>
          <a:xfrm>
            <a:off x="1497800" y="1501920"/>
            <a:ext cx="2747400" cy="411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sz="1300"/>
              <a:t>Hash Table ADT</a:t>
            </a:r>
            <a:endParaRPr b="1" sz="1300"/>
          </a:p>
        </p:txBody>
      </p:sp>
      <p:sp>
        <p:nvSpPr>
          <p:cNvPr id="633" name="Google Shape;633;p91"/>
          <p:cNvSpPr txBox="1"/>
          <p:nvPr>
            <p:ph idx="4294967295" type="subTitle"/>
          </p:nvPr>
        </p:nvSpPr>
        <p:spPr>
          <a:xfrm>
            <a:off x="4727988" y="1179395"/>
            <a:ext cx="849900" cy="322500"/>
          </a:xfrm>
          <a:prstGeom prst="rect">
            <a:avLst/>
          </a:prstGeom>
          <a:noFill/>
          <a:ln>
            <a:noFill/>
          </a:ln>
        </p:spPr>
        <p:txBody>
          <a:bodyPr anchorCtr="0" anchor="ctr" bIns="91425" lIns="0" spcFirstLastPara="1" rIns="91425" wrap="square" tIns="91425">
            <a:noAutofit/>
          </a:bodyPr>
          <a:lstStyle/>
          <a:p>
            <a:pPr indent="0" lvl="0" marL="0" rtl="0" algn="l">
              <a:lnSpc>
                <a:spcPct val="100000"/>
              </a:lnSpc>
              <a:spcBef>
                <a:spcPts val="0"/>
              </a:spcBef>
              <a:spcAft>
                <a:spcPts val="0"/>
              </a:spcAft>
              <a:buSzPts val="1100"/>
              <a:buNone/>
            </a:pPr>
            <a:r>
              <a:rPr b="1" lang="zh-TW" sz="1300">
                <a:solidFill>
                  <a:schemeClr val="accent1"/>
                </a:solidFill>
              </a:rPr>
              <a:t>02</a:t>
            </a:r>
            <a:endParaRPr b="1" sz="1300">
              <a:solidFill>
                <a:schemeClr val="accent1"/>
              </a:solidFill>
            </a:endParaRPr>
          </a:p>
        </p:txBody>
      </p:sp>
      <p:sp>
        <p:nvSpPr>
          <p:cNvPr descr="header_2" id="634" name="Google Shape;634;p91"/>
          <p:cNvSpPr txBox="1"/>
          <p:nvPr>
            <p:ph idx="4294967295" type="subTitle"/>
          </p:nvPr>
        </p:nvSpPr>
        <p:spPr>
          <a:xfrm>
            <a:off x="4727988" y="1501895"/>
            <a:ext cx="2747400" cy="411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sz="1300"/>
              <a:t>Order Processing Efficiency</a:t>
            </a:r>
            <a:endParaRPr b="1" sz="1300"/>
          </a:p>
        </p:txBody>
      </p:sp>
      <p:sp>
        <p:nvSpPr>
          <p:cNvPr descr="detail_2" id="635" name="Google Shape;635;p91"/>
          <p:cNvSpPr txBox="1"/>
          <p:nvPr>
            <p:ph idx="4294967295" type="body"/>
          </p:nvPr>
        </p:nvSpPr>
        <p:spPr>
          <a:xfrm>
            <a:off x="4728029" y="1913495"/>
            <a:ext cx="2747400" cy="27690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800"/>
              </a:spcAft>
              <a:buNone/>
            </a:pPr>
            <a:r>
              <a:rPr lang="zh-TW" sz="1100"/>
              <a:t>Combining Hash Table for </a:t>
            </a:r>
            <a:r>
              <a:rPr lang="zh-TW" sz="1100">
                <a:solidFill>
                  <a:srgbClr val="FF0000"/>
                </a:solidFill>
              </a:rPr>
              <a:t>quick menu data retrieval</a:t>
            </a:r>
            <a:r>
              <a:rPr lang="zh-TW" sz="1100"/>
              <a:t> and </a:t>
            </a:r>
            <a:r>
              <a:rPr lang="zh-TW" sz="1100">
                <a:solidFill>
                  <a:srgbClr val="FF0000"/>
                </a:solidFill>
              </a:rPr>
              <a:t>Priority Queue</a:t>
            </a:r>
            <a:r>
              <a:rPr lang="zh-TW" sz="1100"/>
              <a:t> for orderly processing ensures smooth, error-free operations and timely handling of all customer orders.</a:t>
            </a:r>
            <a:endParaRPr sz="1100"/>
          </a:p>
        </p:txBody>
      </p:sp>
      <p:pic>
        <p:nvPicPr>
          <p:cNvPr descr="logo" id="636" name="Google Shape;636;p91"/>
          <p:cNvPicPr preferRelativeResize="0"/>
          <p:nvPr/>
        </p:nvPicPr>
        <p:blipFill>
          <a:blip r:embed="rId3">
            <a:alphaModFix/>
          </a:blip>
          <a:stretch>
            <a:fillRect/>
          </a:stretch>
        </p:blipFill>
        <p:spPr>
          <a:xfrm>
            <a:off x="311700" y="4799400"/>
            <a:ext cx="1805026" cy="192024"/>
          </a:xfrm>
          <a:prstGeom prst="rect">
            <a:avLst/>
          </a:prstGeom>
          <a:noFill/>
          <a:ln>
            <a:noFill/>
          </a:ln>
        </p:spPr>
      </p:pic>
      <p:pic>
        <p:nvPicPr>
          <p:cNvPr id="637" name="Google Shape;637;p91"/>
          <p:cNvPicPr preferRelativeResize="0"/>
          <p:nvPr/>
        </p:nvPicPr>
        <p:blipFill>
          <a:blip r:embed="rId4">
            <a:alphaModFix/>
          </a:blip>
          <a:stretch>
            <a:fillRect/>
          </a:stretch>
        </p:blipFill>
        <p:spPr>
          <a:xfrm>
            <a:off x="3320849" y="3520225"/>
            <a:ext cx="4455076" cy="918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descr="Cooking food on modern kitchen with steel oven, pots, knife on wooden cutting board with vegetables, pepper, spices,oil on wooden tabletop. Home food. Stylish kitchen furniture in grey color (來源：Getty Images)" id="642" name="Google Shape;642;p92"/>
          <p:cNvPicPr preferRelativeResize="0"/>
          <p:nvPr/>
        </p:nvPicPr>
        <p:blipFill rotWithShape="1">
          <a:blip r:embed="rId3">
            <a:alphaModFix/>
          </a:blip>
          <a:srcRect b="0" l="29648" r="29648" t="0"/>
          <a:stretch/>
        </p:blipFill>
        <p:spPr>
          <a:xfrm>
            <a:off x="6084875" y="197800"/>
            <a:ext cx="2899500" cy="4747800"/>
          </a:xfrm>
          <a:prstGeom prst="roundRect">
            <a:avLst>
              <a:gd fmla="val 2263" name="adj"/>
            </a:avLst>
          </a:prstGeom>
          <a:noFill/>
          <a:ln>
            <a:noFill/>
          </a:ln>
        </p:spPr>
      </p:pic>
      <p:sp>
        <p:nvSpPr>
          <p:cNvPr descr="title" id="643" name="Google Shape;643;p92"/>
          <p:cNvSpPr txBox="1"/>
          <p:nvPr>
            <p:ph idx="4294967295" type="title"/>
          </p:nvPr>
        </p:nvSpPr>
        <p:spPr>
          <a:xfrm>
            <a:off x="311700" y="444125"/>
            <a:ext cx="5634000" cy="475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SzPts val="990"/>
              <a:buNone/>
            </a:pPr>
            <a:r>
              <a:rPr lang="zh-TW"/>
              <a:t>Design: Kitchen Management System</a:t>
            </a:r>
            <a:endParaRPr/>
          </a:p>
        </p:txBody>
      </p:sp>
      <p:sp>
        <p:nvSpPr>
          <p:cNvPr descr="detail_0" id="644" name="Google Shape;644;p92"/>
          <p:cNvSpPr txBox="1"/>
          <p:nvPr>
            <p:ph idx="4294967295" type="body"/>
          </p:nvPr>
        </p:nvSpPr>
        <p:spPr>
          <a:xfrm>
            <a:off x="1754975" y="1152475"/>
            <a:ext cx="4189200" cy="1218000"/>
          </a:xfrm>
          <a:prstGeom prst="rect">
            <a:avLst/>
          </a:prstGeom>
        </p:spPr>
        <p:txBody>
          <a:bodyPr anchorCtr="0" anchor="t" bIns="91425" lIns="0" spcFirstLastPara="1" rIns="91425" wrap="square" tIns="45700">
            <a:noAutofit/>
          </a:bodyPr>
          <a:lstStyle/>
          <a:p>
            <a:pPr indent="0" lvl="0" marL="0" marR="0" rtl="0" algn="l">
              <a:lnSpc>
                <a:spcPct val="125000"/>
              </a:lnSpc>
              <a:spcBef>
                <a:spcPts val="0"/>
              </a:spcBef>
              <a:spcAft>
                <a:spcPts val="800"/>
              </a:spcAft>
              <a:buNone/>
            </a:pPr>
            <a:r>
              <a:rPr lang="zh-TW" sz="1000"/>
              <a:t>The system build with two section, an </a:t>
            </a:r>
            <a:r>
              <a:rPr lang="zh-TW" sz="1000">
                <a:solidFill>
                  <a:srgbClr val="FF0000"/>
                </a:solidFill>
              </a:rPr>
              <a:t>in-process order</a:t>
            </a:r>
            <a:r>
              <a:rPr lang="zh-TW" sz="1000"/>
              <a:t> TableView and</a:t>
            </a:r>
            <a:r>
              <a:rPr b="1" lang="zh-TW" sz="1000"/>
              <a:t> </a:t>
            </a:r>
            <a:r>
              <a:rPr lang="zh-TW" sz="1000"/>
              <a:t>a real-time Detail Panel. The Detail Panel </a:t>
            </a:r>
            <a:r>
              <a:rPr lang="zh-TW" sz="1000">
                <a:solidFill>
                  <a:srgbClr val="FF0000"/>
                </a:solidFill>
              </a:rPr>
              <a:t>dynamically loads the current focused order</a:t>
            </a:r>
            <a:r>
              <a:rPr lang="zh-TW" sz="1000"/>
              <a:t>, while the TableView displays all orders that are not in the Waiting stage. A label at the top displays the current number of orders waiting to be processed. Interactive buttons dynamically adjust based on the order's stage.</a:t>
            </a:r>
            <a:endParaRPr sz="1000"/>
          </a:p>
        </p:txBody>
      </p:sp>
      <p:sp>
        <p:nvSpPr>
          <p:cNvPr descr="detail_1" id="645" name="Google Shape;645;p92"/>
          <p:cNvSpPr txBox="1"/>
          <p:nvPr>
            <p:ph idx="4294967295" type="body"/>
          </p:nvPr>
        </p:nvSpPr>
        <p:spPr>
          <a:xfrm>
            <a:off x="1752975" y="2484525"/>
            <a:ext cx="4189200" cy="1419300"/>
          </a:xfrm>
          <a:prstGeom prst="rect">
            <a:avLst/>
          </a:prstGeom>
        </p:spPr>
        <p:txBody>
          <a:bodyPr anchorCtr="0" anchor="t" bIns="91425" lIns="0" spcFirstLastPara="1" rIns="91425" wrap="square" tIns="45700">
            <a:noAutofit/>
          </a:bodyPr>
          <a:lstStyle/>
          <a:p>
            <a:pPr indent="0" lvl="0" marL="0" marR="0" rtl="0" algn="l">
              <a:lnSpc>
                <a:spcPct val="125000"/>
              </a:lnSpc>
              <a:spcBef>
                <a:spcPts val="0"/>
              </a:spcBef>
              <a:spcAft>
                <a:spcPts val="800"/>
              </a:spcAft>
              <a:buNone/>
            </a:pPr>
            <a:r>
              <a:rPr lang="zh-TW" sz="1000"/>
              <a:t>Orders are managed in a priority queue, with </a:t>
            </a:r>
            <a:r>
              <a:rPr lang="zh-TW" sz="1000">
                <a:solidFill>
                  <a:srgbClr val="FF0000"/>
                </a:solidFill>
              </a:rPr>
              <a:t>higher-priority orders processed first</a:t>
            </a:r>
            <a:r>
              <a:rPr lang="zh-TW" sz="1000"/>
              <a:t>. Staff can handle up to twn orders simultaneously. When an order is completed or canceled, the system automatically switches to another in-progress order if available; otherwise, it loads the next waiting order.</a:t>
            </a:r>
            <a:endParaRPr sz="1000"/>
          </a:p>
        </p:txBody>
      </p:sp>
      <p:sp>
        <p:nvSpPr>
          <p:cNvPr descr="chapter" id="646" name="Google Shape;646;p92"/>
          <p:cNvSpPr txBox="1"/>
          <p:nvPr/>
        </p:nvSpPr>
        <p:spPr>
          <a:xfrm>
            <a:off x="311700" y="197800"/>
            <a:ext cx="4189200" cy="247200"/>
          </a:xfrm>
          <a:prstGeom prst="rect">
            <a:avLst/>
          </a:prstGeom>
          <a:noFill/>
          <a:ln>
            <a:noFill/>
          </a:ln>
        </p:spPr>
        <p:txBody>
          <a:bodyPr anchorCtr="0" anchor="ctr" bIns="45700" lIns="9125" spcFirstLastPara="1" rIns="91425" wrap="square" tIns="45700">
            <a:noAutofit/>
          </a:bodyPr>
          <a:lstStyle/>
          <a:p>
            <a:pPr indent="0" lvl="0" marL="0" rtl="0" algn="l">
              <a:lnSpc>
                <a:spcPct val="150000"/>
              </a:lnSpc>
              <a:spcBef>
                <a:spcPts val="900"/>
              </a:spcBef>
              <a:spcAft>
                <a:spcPts val="1200"/>
              </a:spcAft>
              <a:buNone/>
            </a:pPr>
            <a:r>
              <a:rPr lang="zh-TW" sz="1000">
                <a:solidFill>
                  <a:schemeClr val="dk2"/>
                </a:solidFill>
                <a:latin typeface="Hanken Grotesk Medium"/>
                <a:ea typeface="Hanken Grotesk Medium"/>
                <a:cs typeface="Hanken Grotesk Medium"/>
                <a:sym typeface="Hanken Grotesk Medium"/>
              </a:rPr>
              <a:t>Design</a:t>
            </a:r>
            <a:endParaRPr sz="1000">
              <a:solidFill>
                <a:schemeClr val="dk2"/>
              </a:solidFill>
              <a:latin typeface="Hanken Grotesk Medium"/>
              <a:ea typeface="Hanken Grotesk Medium"/>
              <a:cs typeface="Hanken Grotesk Medium"/>
              <a:sym typeface="Hanken Grotesk Medium"/>
            </a:endParaRPr>
          </a:p>
        </p:txBody>
      </p:sp>
      <p:sp>
        <p:nvSpPr>
          <p:cNvPr descr="header_0" id="647" name="Google Shape;647;p92"/>
          <p:cNvSpPr txBox="1"/>
          <p:nvPr>
            <p:ph idx="4294967295" type="subTitle"/>
          </p:nvPr>
        </p:nvSpPr>
        <p:spPr>
          <a:xfrm>
            <a:off x="311700" y="1152475"/>
            <a:ext cx="1297800" cy="10992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a:solidFill>
                  <a:schemeClr val="accent1"/>
                </a:solidFill>
              </a:rPr>
              <a:t>Components Overview</a:t>
            </a:r>
            <a:endParaRPr b="1">
              <a:solidFill>
                <a:schemeClr val="accent1"/>
              </a:solidFill>
            </a:endParaRPr>
          </a:p>
        </p:txBody>
      </p:sp>
      <p:sp>
        <p:nvSpPr>
          <p:cNvPr descr="header_1" id="648" name="Google Shape;648;p92"/>
          <p:cNvSpPr txBox="1"/>
          <p:nvPr>
            <p:ph idx="4294967295" type="subTitle"/>
          </p:nvPr>
        </p:nvSpPr>
        <p:spPr>
          <a:xfrm>
            <a:off x="312463" y="2484517"/>
            <a:ext cx="1297800" cy="10992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a:solidFill>
                  <a:schemeClr val="accent1"/>
                </a:solidFill>
              </a:rPr>
              <a:t>Order Processing Flow</a:t>
            </a:r>
            <a:endParaRPr b="1">
              <a:solidFill>
                <a:schemeClr val="accent1"/>
              </a:solidFill>
            </a:endParaRPr>
          </a:p>
        </p:txBody>
      </p:sp>
      <p:sp>
        <p:nvSpPr>
          <p:cNvPr descr="detail_2" id="649" name="Google Shape;649;p92"/>
          <p:cNvSpPr txBox="1"/>
          <p:nvPr>
            <p:ph idx="4294967295" type="body"/>
          </p:nvPr>
        </p:nvSpPr>
        <p:spPr>
          <a:xfrm>
            <a:off x="1755725" y="3999774"/>
            <a:ext cx="4189200" cy="655800"/>
          </a:xfrm>
          <a:prstGeom prst="rect">
            <a:avLst/>
          </a:prstGeom>
        </p:spPr>
        <p:txBody>
          <a:bodyPr anchorCtr="0" anchor="t" bIns="91425" lIns="0" spcFirstLastPara="1" rIns="91425" wrap="square" tIns="45700">
            <a:noAutofit/>
          </a:bodyPr>
          <a:lstStyle/>
          <a:p>
            <a:pPr indent="0" lvl="0" marL="0" marR="0" rtl="0" algn="l">
              <a:lnSpc>
                <a:spcPct val="125000"/>
              </a:lnSpc>
              <a:spcBef>
                <a:spcPts val="0"/>
              </a:spcBef>
              <a:spcAft>
                <a:spcPts val="800"/>
              </a:spcAft>
              <a:buNone/>
            </a:pPr>
            <a:r>
              <a:rPr lang="zh-TW" sz="1000"/>
              <a:t>A custom </a:t>
            </a:r>
            <a:r>
              <a:rPr lang="zh-TW" sz="1000">
                <a:solidFill>
                  <a:srgbClr val="FF0000"/>
                </a:solidFill>
              </a:rPr>
              <a:t>Min-Heap priority structure</a:t>
            </a:r>
            <a:r>
              <a:rPr lang="zh-TW" sz="1000"/>
              <a:t>, Automatic order advancement, real-time status tracking, maintains accurate waiting counts, and UI prevents invalid user actions.</a:t>
            </a:r>
            <a:endParaRPr sz="1000"/>
          </a:p>
        </p:txBody>
      </p:sp>
      <p:sp>
        <p:nvSpPr>
          <p:cNvPr descr="header_2" id="650" name="Google Shape;650;p92"/>
          <p:cNvSpPr txBox="1"/>
          <p:nvPr>
            <p:ph idx="4294967295" type="subTitle"/>
          </p:nvPr>
        </p:nvSpPr>
        <p:spPr>
          <a:xfrm>
            <a:off x="312438" y="3999773"/>
            <a:ext cx="1297800" cy="8799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a:solidFill>
                  <a:schemeClr val="accent1"/>
                </a:solidFill>
              </a:rPr>
              <a:t>Key Features</a:t>
            </a:r>
            <a:endParaRPr b="1">
              <a:solidFill>
                <a:schemeClr val="accent1"/>
              </a:solidFill>
            </a:endParaRPr>
          </a:p>
        </p:txBody>
      </p:sp>
      <p:pic>
        <p:nvPicPr>
          <p:cNvPr descr="logo" id="651" name="Google Shape;651;p92"/>
          <p:cNvPicPr preferRelativeResize="0"/>
          <p:nvPr/>
        </p:nvPicPr>
        <p:blipFill>
          <a:blip r:embed="rId4">
            <a:alphaModFix/>
          </a:blip>
          <a:stretch>
            <a:fillRect/>
          </a:stretch>
        </p:blipFill>
        <p:spPr>
          <a:xfrm>
            <a:off x="311700" y="4799400"/>
            <a:ext cx="1805026" cy="1920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descr="title" id="656" name="Google Shape;656;p93"/>
          <p:cNvSpPr txBox="1"/>
          <p:nvPr>
            <p:ph type="title"/>
          </p:nvPr>
        </p:nvSpPr>
        <p:spPr>
          <a:xfrm>
            <a:off x="311700" y="444125"/>
            <a:ext cx="8520600" cy="475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SzPts val="990"/>
              <a:buNone/>
            </a:pPr>
            <a:r>
              <a:rPr lang="zh-TW"/>
              <a:t>Priority Queue</a:t>
            </a:r>
            <a:endParaRPr/>
          </a:p>
        </p:txBody>
      </p:sp>
      <p:sp>
        <p:nvSpPr>
          <p:cNvPr descr="chapter" id="657" name="Google Shape;657;p93"/>
          <p:cNvSpPr txBox="1"/>
          <p:nvPr/>
        </p:nvSpPr>
        <p:spPr>
          <a:xfrm>
            <a:off x="311700" y="197800"/>
            <a:ext cx="4189200" cy="247200"/>
          </a:xfrm>
          <a:prstGeom prst="rect">
            <a:avLst/>
          </a:prstGeom>
          <a:noFill/>
          <a:ln>
            <a:noFill/>
          </a:ln>
        </p:spPr>
        <p:txBody>
          <a:bodyPr anchorCtr="0" anchor="ctr" bIns="45700" lIns="9125" spcFirstLastPara="1" rIns="91425" wrap="square" tIns="45700">
            <a:noAutofit/>
          </a:bodyPr>
          <a:lstStyle/>
          <a:p>
            <a:pPr indent="0" lvl="0" marL="0" rtl="0" algn="l">
              <a:lnSpc>
                <a:spcPct val="150000"/>
              </a:lnSpc>
              <a:spcBef>
                <a:spcPts val="900"/>
              </a:spcBef>
              <a:spcAft>
                <a:spcPts val="1200"/>
              </a:spcAft>
              <a:buNone/>
            </a:pPr>
            <a:r>
              <a:rPr lang="zh-TW" sz="1000">
                <a:solidFill>
                  <a:schemeClr val="dk2"/>
                </a:solidFill>
                <a:latin typeface="Hanken Grotesk Medium"/>
                <a:ea typeface="Hanken Grotesk Medium"/>
                <a:cs typeface="Hanken Grotesk Medium"/>
                <a:sym typeface="Hanken Grotesk Medium"/>
              </a:rPr>
              <a:t>Data Structures</a:t>
            </a:r>
            <a:endParaRPr sz="1000">
              <a:solidFill>
                <a:schemeClr val="dk2"/>
              </a:solidFill>
              <a:latin typeface="Hanken Grotesk Medium"/>
              <a:ea typeface="Hanken Grotesk Medium"/>
              <a:cs typeface="Hanken Grotesk Medium"/>
              <a:sym typeface="Hanken Grotesk Medium"/>
            </a:endParaRPr>
          </a:p>
        </p:txBody>
      </p:sp>
      <p:sp>
        <p:nvSpPr>
          <p:cNvPr descr="detail_0" id="658" name="Google Shape;658;p93"/>
          <p:cNvSpPr txBox="1"/>
          <p:nvPr>
            <p:ph idx="4294967295" type="body"/>
          </p:nvPr>
        </p:nvSpPr>
        <p:spPr>
          <a:xfrm>
            <a:off x="311691" y="1886575"/>
            <a:ext cx="2747400" cy="27690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0"/>
              </a:spcAft>
              <a:buNone/>
            </a:pPr>
            <a:r>
              <a:rPr lang="zh-TW" sz="1100"/>
              <a:t>I built a custom Priority Queue ADT using a custom Min-Heap backed by an array. </a:t>
            </a:r>
            <a:endParaRPr sz="1100"/>
          </a:p>
          <a:p>
            <a:pPr indent="0" lvl="0" marL="0" rtl="0" algn="l">
              <a:lnSpc>
                <a:spcPct val="125000"/>
              </a:lnSpc>
              <a:spcBef>
                <a:spcPts val="800"/>
              </a:spcBef>
              <a:spcAft>
                <a:spcPts val="800"/>
              </a:spcAft>
              <a:buNone/>
            </a:pPr>
            <a:r>
              <a:rPr lang="zh-TW" sz="1100"/>
              <a:t>It supports fast </a:t>
            </a:r>
            <a:r>
              <a:rPr lang="zh-TW" sz="1100">
                <a:solidFill>
                  <a:srgbClr val="FF0000"/>
                </a:solidFill>
              </a:rPr>
              <a:t>O(log n) insertion/removal</a:t>
            </a:r>
            <a:r>
              <a:rPr lang="zh-TW" sz="1100"/>
              <a:t> and ensures the kitchen always receives the correct next order </a:t>
            </a:r>
            <a:r>
              <a:rPr lang="zh-TW" sz="1100">
                <a:solidFill>
                  <a:srgbClr val="FF0000"/>
                </a:solidFill>
              </a:rPr>
              <a:t>based on priority and timestamp</a:t>
            </a:r>
            <a:r>
              <a:rPr lang="zh-TW" sz="1100"/>
              <a:t>. This gives full control over how orders are ranked and processed.</a:t>
            </a:r>
            <a:endParaRPr sz="1100"/>
          </a:p>
        </p:txBody>
      </p:sp>
      <p:sp>
        <p:nvSpPr>
          <p:cNvPr descr="header_0" id="659" name="Google Shape;659;p93"/>
          <p:cNvSpPr txBox="1"/>
          <p:nvPr>
            <p:ph idx="4294967295" type="body"/>
          </p:nvPr>
        </p:nvSpPr>
        <p:spPr>
          <a:xfrm>
            <a:off x="311675" y="1474975"/>
            <a:ext cx="2747400" cy="411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sz="1300"/>
              <a:t>Custom Priority Queue ADT</a:t>
            </a:r>
            <a:endParaRPr b="1" sz="1300"/>
          </a:p>
        </p:txBody>
      </p:sp>
      <p:sp>
        <p:nvSpPr>
          <p:cNvPr descr="header_1" id="660" name="Google Shape;660;p93"/>
          <p:cNvSpPr txBox="1"/>
          <p:nvPr>
            <p:ph idx="4294967295" type="subTitle"/>
          </p:nvPr>
        </p:nvSpPr>
        <p:spPr>
          <a:xfrm>
            <a:off x="3198250" y="1474975"/>
            <a:ext cx="2747400" cy="411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sz="1300"/>
              <a:t>Priority Levels &amp; Sorting Logic</a:t>
            </a:r>
            <a:endParaRPr b="1" sz="1300"/>
          </a:p>
        </p:txBody>
      </p:sp>
      <p:sp>
        <p:nvSpPr>
          <p:cNvPr descr="detail_1" id="661" name="Google Shape;661;p93"/>
          <p:cNvSpPr txBox="1"/>
          <p:nvPr>
            <p:ph idx="4294967295" type="body"/>
          </p:nvPr>
        </p:nvSpPr>
        <p:spPr>
          <a:xfrm>
            <a:off x="3198291" y="1886575"/>
            <a:ext cx="2747400" cy="27690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0"/>
              </a:spcAft>
              <a:buNone/>
            </a:pPr>
            <a:r>
              <a:rPr lang="zh-TW" sz="1100"/>
              <a:t>I defined two priority levels: Delivery (1) and Normal (2), where lower values indicate higher urgency. </a:t>
            </a:r>
            <a:endParaRPr sz="1100"/>
          </a:p>
          <a:p>
            <a:pPr indent="0" lvl="0" marL="0" rtl="0" algn="l">
              <a:lnSpc>
                <a:spcPct val="125000"/>
              </a:lnSpc>
              <a:spcBef>
                <a:spcPts val="800"/>
              </a:spcBef>
              <a:spcAft>
                <a:spcPts val="800"/>
              </a:spcAft>
              <a:buNone/>
            </a:pPr>
            <a:r>
              <a:rPr lang="zh-TW" sz="1100"/>
              <a:t>Orders are sorted using a </a:t>
            </a:r>
            <a:r>
              <a:rPr lang="zh-TW" sz="1100">
                <a:solidFill>
                  <a:srgbClr val="FF0000"/>
                </a:solidFill>
              </a:rPr>
              <a:t>min-heap implemented as a complete binary tree (CBT)</a:t>
            </a:r>
            <a:r>
              <a:rPr lang="zh-TW" sz="1100"/>
              <a:t>. Insertion performs heapify-up and removal performs heapify-down, both with O(log n) worst-case complexity. When priorities are equal, timestamps maintain FIFO ordering to ensure earlier orders are served first.</a:t>
            </a:r>
            <a:endParaRPr sz="1100"/>
          </a:p>
        </p:txBody>
      </p:sp>
      <p:sp>
        <p:nvSpPr>
          <p:cNvPr descr="header_2" id="662" name="Google Shape;662;p93"/>
          <p:cNvSpPr txBox="1"/>
          <p:nvPr>
            <p:ph idx="4294967295" type="subTitle"/>
          </p:nvPr>
        </p:nvSpPr>
        <p:spPr>
          <a:xfrm>
            <a:off x="6084850" y="1474975"/>
            <a:ext cx="2747400" cy="411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0"/>
              </a:spcAft>
              <a:buNone/>
            </a:pPr>
            <a:r>
              <a:rPr b="1" lang="zh-TW" sz="1300"/>
              <a:t>ArrayList for Processed Order </a:t>
            </a:r>
            <a:endParaRPr b="1" sz="1300"/>
          </a:p>
          <a:p>
            <a:pPr indent="0" lvl="0" marL="0" rtl="0" algn="l">
              <a:lnSpc>
                <a:spcPct val="90000"/>
              </a:lnSpc>
              <a:spcBef>
                <a:spcPts val="1200"/>
              </a:spcBef>
              <a:spcAft>
                <a:spcPts val="1200"/>
              </a:spcAft>
              <a:buNone/>
            </a:pPr>
            <a:r>
              <a:t/>
            </a:r>
            <a:endParaRPr b="1" sz="1300"/>
          </a:p>
        </p:txBody>
      </p:sp>
      <p:sp>
        <p:nvSpPr>
          <p:cNvPr descr="detail_2" id="663" name="Google Shape;663;p93"/>
          <p:cNvSpPr txBox="1"/>
          <p:nvPr>
            <p:ph idx="4294967295" type="body"/>
          </p:nvPr>
        </p:nvSpPr>
        <p:spPr>
          <a:xfrm>
            <a:off x="6084891" y="1886575"/>
            <a:ext cx="2747400" cy="27690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0"/>
              </a:spcAft>
              <a:buNone/>
            </a:pPr>
            <a:r>
              <a:rPr lang="zh-TW" sz="1100"/>
              <a:t>Once an order is no longer waiting (either completed or canceled), it is removed from the priority queue and appended to a processed-order ArrayList in the order it was handled. </a:t>
            </a:r>
            <a:endParaRPr sz="1100"/>
          </a:p>
          <a:p>
            <a:pPr indent="0" lvl="0" marL="0" rtl="0" algn="l">
              <a:lnSpc>
                <a:spcPct val="125000"/>
              </a:lnSpc>
              <a:spcBef>
                <a:spcPts val="800"/>
              </a:spcBef>
              <a:spcAft>
                <a:spcPts val="800"/>
              </a:spcAft>
              <a:buNone/>
            </a:pPr>
            <a:r>
              <a:rPr lang="zh-TW" sz="1100"/>
              <a:t>Since the priority queue always remove the highest-priority order, the </a:t>
            </a:r>
            <a:r>
              <a:rPr lang="zh-TW" sz="1100">
                <a:solidFill>
                  <a:srgbClr val="FF0000"/>
                </a:solidFill>
              </a:rPr>
              <a:t>ArrayList naturally preserves the chronological sequence </a:t>
            </a:r>
            <a:r>
              <a:rPr lang="zh-TW" sz="1100"/>
              <a:t>of all processed orders, providing clear visibility into order history.</a:t>
            </a:r>
            <a:endParaRPr sz="1100"/>
          </a:p>
        </p:txBody>
      </p:sp>
      <p:pic>
        <p:nvPicPr>
          <p:cNvPr id="664" name="Google Shape;664;p93"/>
          <p:cNvPicPr preferRelativeResize="0"/>
          <p:nvPr/>
        </p:nvPicPr>
        <p:blipFill>
          <a:blip r:embed="rId3">
            <a:alphaModFix/>
          </a:blip>
          <a:stretch>
            <a:fillRect/>
          </a:stretch>
        </p:blipFill>
        <p:spPr>
          <a:xfrm>
            <a:off x="311688" y="1152463"/>
            <a:ext cx="201168" cy="201168"/>
          </a:xfrm>
          <a:prstGeom prst="rect">
            <a:avLst/>
          </a:prstGeom>
          <a:noFill/>
          <a:ln cap="flat" cmpd="sng" w="9525">
            <a:solidFill>
              <a:srgbClr val="4340FF">
                <a:alpha val="0"/>
              </a:srgbClr>
            </a:solidFill>
            <a:prstDash val="solid"/>
            <a:round/>
            <a:headEnd len="sm" w="sm" type="none"/>
            <a:tailEnd len="sm" w="sm" type="none"/>
          </a:ln>
        </p:spPr>
      </p:pic>
      <p:pic>
        <p:nvPicPr>
          <p:cNvPr id="665" name="Google Shape;665;p93"/>
          <p:cNvPicPr preferRelativeResize="0"/>
          <p:nvPr/>
        </p:nvPicPr>
        <p:blipFill>
          <a:blip r:embed="rId4">
            <a:alphaModFix/>
          </a:blip>
          <a:stretch>
            <a:fillRect/>
          </a:stretch>
        </p:blipFill>
        <p:spPr>
          <a:xfrm>
            <a:off x="3198262" y="1152463"/>
            <a:ext cx="201168" cy="201168"/>
          </a:xfrm>
          <a:prstGeom prst="rect">
            <a:avLst/>
          </a:prstGeom>
          <a:noFill/>
          <a:ln cap="flat" cmpd="sng" w="9525">
            <a:solidFill>
              <a:srgbClr val="4340FF">
                <a:alpha val="0"/>
              </a:srgbClr>
            </a:solidFill>
            <a:prstDash val="solid"/>
            <a:round/>
            <a:headEnd len="sm" w="sm" type="none"/>
            <a:tailEnd len="sm" w="sm" type="none"/>
          </a:ln>
        </p:spPr>
      </p:pic>
      <p:pic>
        <p:nvPicPr>
          <p:cNvPr id="666" name="Google Shape;666;p93"/>
          <p:cNvPicPr preferRelativeResize="0"/>
          <p:nvPr/>
        </p:nvPicPr>
        <p:blipFill>
          <a:blip r:embed="rId5">
            <a:alphaModFix/>
          </a:blip>
          <a:stretch>
            <a:fillRect/>
          </a:stretch>
        </p:blipFill>
        <p:spPr>
          <a:xfrm>
            <a:off x="6084788" y="1152463"/>
            <a:ext cx="201168" cy="201168"/>
          </a:xfrm>
          <a:prstGeom prst="rect">
            <a:avLst/>
          </a:prstGeom>
          <a:noFill/>
          <a:ln cap="flat" cmpd="sng" w="9525">
            <a:solidFill>
              <a:srgbClr val="4340FF">
                <a:alpha val="0"/>
              </a:srgbClr>
            </a:solidFill>
            <a:prstDash val="solid"/>
            <a:round/>
            <a:headEnd len="sm" w="sm" type="none"/>
            <a:tailEnd len="sm" w="sm" type="none"/>
          </a:ln>
        </p:spPr>
      </p:pic>
      <p:pic>
        <p:nvPicPr>
          <p:cNvPr descr="logo" id="667" name="Google Shape;667;p93"/>
          <p:cNvPicPr preferRelativeResize="0"/>
          <p:nvPr/>
        </p:nvPicPr>
        <p:blipFill>
          <a:blip r:embed="rId6">
            <a:alphaModFix/>
          </a:blip>
          <a:stretch>
            <a:fillRect/>
          </a:stretch>
        </p:blipFill>
        <p:spPr>
          <a:xfrm>
            <a:off x="311700" y="4799400"/>
            <a:ext cx="1805026" cy="1920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descr="title" id="672" name="Google Shape;672;p94"/>
          <p:cNvSpPr txBox="1"/>
          <p:nvPr>
            <p:ph type="title"/>
          </p:nvPr>
        </p:nvSpPr>
        <p:spPr>
          <a:xfrm>
            <a:off x="311700" y="444125"/>
            <a:ext cx="8520600" cy="475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SzPts val="990"/>
              <a:buNone/>
            </a:pPr>
            <a:r>
              <a:rPr lang="zh-TW"/>
              <a:t>Design: Menu Management System</a:t>
            </a:r>
            <a:endParaRPr/>
          </a:p>
        </p:txBody>
      </p:sp>
      <p:sp>
        <p:nvSpPr>
          <p:cNvPr descr="chapter" id="673" name="Google Shape;673;p94"/>
          <p:cNvSpPr txBox="1"/>
          <p:nvPr/>
        </p:nvSpPr>
        <p:spPr>
          <a:xfrm>
            <a:off x="311700" y="197800"/>
            <a:ext cx="4189200" cy="247200"/>
          </a:xfrm>
          <a:prstGeom prst="rect">
            <a:avLst/>
          </a:prstGeom>
          <a:noFill/>
          <a:ln>
            <a:noFill/>
          </a:ln>
        </p:spPr>
        <p:txBody>
          <a:bodyPr anchorCtr="0" anchor="ctr" bIns="45700" lIns="9125" spcFirstLastPara="1" rIns="91425" wrap="square" tIns="45700">
            <a:noAutofit/>
          </a:bodyPr>
          <a:lstStyle/>
          <a:p>
            <a:pPr indent="0" lvl="0" marL="0" rtl="0" algn="l">
              <a:lnSpc>
                <a:spcPct val="150000"/>
              </a:lnSpc>
              <a:spcBef>
                <a:spcPts val="900"/>
              </a:spcBef>
              <a:spcAft>
                <a:spcPts val="1200"/>
              </a:spcAft>
              <a:buNone/>
            </a:pPr>
            <a:r>
              <a:rPr lang="zh-TW" sz="1000">
                <a:solidFill>
                  <a:schemeClr val="dk2"/>
                </a:solidFill>
                <a:latin typeface="Hanken Grotesk Medium"/>
                <a:ea typeface="Hanken Grotesk Medium"/>
                <a:cs typeface="Hanken Grotesk Medium"/>
                <a:sym typeface="Hanken Grotesk Medium"/>
              </a:rPr>
              <a:t>Design</a:t>
            </a:r>
            <a:endParaRPr sz="1000">
              <a:solidFill>
                <a:schemeClr val="dk2"/>
              </a:solidFill>
              <a:latin typeface="Hanken Grotesk Medium"/>
              <a:ea typeface="Hanken Grotesk Medium"/>
              <a:cs typeface="Hanken Grotesk Medium"/>
              <a:sym typeface="Hanken Grotesk Medium"/>
            </a:endParaRPr>
          </a:p>
        </p:txBody>
      </p:sp>
      <p:sp>
        <p:nvSpPr>
          <p:cNvPr descr="detail_0" id="674" name="Google Shape;674;p94"/>
          <p:cNvSpPr txBox="1"/>
          <p:nvPr>
            <p:ph idx="4294967295" type="body"/>
          </p:nvPr>
        </p:nvSpPr>
        <p:spPr>
          <a:xfrm>
            <a:off x="911612" y="1886575"/>
            <a:ext cx="2023500" cy="27690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0"/>
              </a:spcAft>
              <a:buNone/>
            </a:pPr>
            <a:r>
              <a:rPr lang="zh-TW" sz="1100"/>
              <a:t>Model representing MenuItem, Order, OrderItem </a:t>
            </a:r>
            <a:r>
              <a:rPr lang="zh-TW" sz="1100"/>
              <a:t>data classes</a:t>
            </a:r>
            <a:endParaRPr sz="1100"/>
          </a:p>
          <a:p>
            <a:pPr indent="0" lvl="0" marL="0" rtl="0" algn="l">
              <a:lnSpc>
                <a:spcPct val="125000"/>
              </a:lnSpc>
              <a:spcBef>
                <a:spcPts val="800"/>
              </a:spcBef>
              <a:spcAft>
                <a:spcPts val="0"/>
              </a:spcAft>
              <a:buNone/>
            </a:pPr>
            <a:r>
              <a:rPr lang="zh-TW" sz="1100"/>
              <a:t>View as MenuManagement page UI</a:t>
            </a:r>
            <a:endParaRPr sz="1100"/>
          </a:p>
          <a:p>
            <a:pPr indent="0" lvl="0" marL="0" rtl="0" algn="l">
              <a:lnSpc>
                <a:spcPct val="125000"/>
              </a:lnSpc>
              <a:spcBef>
                <a:spcPts val="800"/>
              </a:spcBef>
              <a:spcAft>
                <a:spcPts val="800"/>
              </a:spcAft>
              <a:buNone/>
            </a:pPr>
            <a:r>
              <a:rPr lang="zh-TW" sz="1100"/>
              <a:t>Controller handling user inputs and business logics</a:t>
            </a:r>
            <a:endParaRPr sz="1100"/>
          </a:p>
        </p:txBody>
      </p:sp>
      <p:sp>
        <p:nvSpPr>
          <p:cNvPr descr="header_0" id="675" name="Google Shape;675;p94"/>
          <p:cNvSpPr txBox="1"/>
          <p:nvPr>
            <p:ph idx="4294967295" type="subTitle"/>
          </p:nvPr>
        </p:nvSpPr>
        <p:spPr>
          <a:xfrm>
            <a:off x="911600" y="1474975"/>
            <a:ext cx="2023500" cy="507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sz="1300">
                <a:solidFill>
                  <a:schemeClr val="accent1"/>
                </a:solidFill>
              </a:rPr>
              <a:t>MVC Architecture</a:t>
            </a:r>
            <a:endParaRPr b="1" sz="1300">
              <a:solidFill>
                <a:schemeClr val="accent1"/>
              </a:solidFill>
            </a:endParaRPr>
          </a:p>
        </p:txBody>
      </p:sp>
      <p:sp>
        <p:nvSpPr>
          <p:cNvPr descr="header_2" id="676" name="Google Shape;676;p94"/>
          <p:cNvSpPr txBox="1"/>
          <p:nvPr>
            <p:ph idx="4294967295" type="body"/>
          </p:nvPr>
        </p:nvSpPr>
        <p:spPr>
          <a:xfrm>
            <a:off x="3489164" y="1474975"/>
            <a:ext cx="2023500" cy="507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sz="1300">
                <a:solidFill>
                  <a:schemeClr val="accent1"/>
                </a:solidFill>
              </a:rPr>
              <a:t>BST Automatic Sorting</a:t>
            </a:r>
            <a:endParaRPr b="1" sz="1300">
              <a:solidFill>
                <a:schemeClr val="accent1"/>
              </a:solidFill>
            </a:endParaRPr>
          </a:p>
        </p:txBody>
      </p:sp>
      <p:sp>
        <p:nvSpPr>
          <p:cNvPr descr="header_3" id="677" name="Google Shape;677;p94"/>
          <p:cNvSpPr txBox="1"/>
          <p:nvPr>
            <p:ph idx="4294967295" type="body"/>
          </p:nvPr>
        </p:nvSpPr>
        <p:spPr>
          <a:xfrm>
            <a:off x="6066788" y="1474975"/>
            <a:ext cx="2023500" cy="507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sz="1300">
                <a:solidFill>
                  <a:schemeClr val="accent1"/>
                </a:solidFill>
              </a:rPr>
              <a:t>Merge Sort with Timing</a:t>
            </a:r>
            <a:endParaRPr b="1" sz="1300">
              <a:solidFill>
                <a:schemeClr val="accent1"/>
              </a:solidFill>
            </a:endParaRPr>
          </a:p>
        </p:txBody>
      </p:sp>
      <p:sp>
        <p:nvSpPr>
          <p:cNvPr descr="detail_3" id="678" name="Google Shape;678;p94"/>
          <p:cNvSpPr txBox="1"/>
          <p:nvPr>
            <p:ph idx="4294967295" type="body"/>
          </p:nvPr>
        </p:nvSpPr>
        <p:spPr>
          <a:xfrm>
            <a:off x="6066820" y="1886575"/>
            <a:ext cx="2023500" cy="27690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0"/>
              </a:spcAft>
              <a:buNone/>
            </a:pPr>
            <a:r>
              <a:rPr lang="zh-TW" sz="1100"/>
              <a:t>Implement with multiple comparators (price, name, category)</a:t>
            </a:r>
            <a:endParaRPr sz="1100"/>
          </a:p>
          <a:p>
            <a:pPr indent="0" lvl="0" marL="0" rtl="0" algn="l">
              <a:lnSpc>
                <a:spcPct val="125000"/>
              </a:lnSpc>
              <a:spcBef>
                <a:spcPts val="800"/>
              </a:spcBef>
              <a:spcAft>
                <a:spcPts val="800"/>
              </a:spcAft>
              <a:buNone/>
            </a:pPr>
            <a:r>
              <a:rPr lang="zh-TW" sz="1100"/>
              <a:t>Display real-time execution timing in milliseconds for performance monitoring.</a:t>
            </a:r>
            <a:endParaRPr sz="1100"/>
          </a:p>
        </p:txBody>
      </p:sp>
      <p:pic>
        <p:nvPicPr>
          <p:cNvPr descr="logo" id="679" name="Google Shape;679;p94"/>
          <p:cNvPicPr preferRelativeResize="0"/>
          <p:nvPr/>
        </p:nvPicPr>
        <p:blipFill>
          <a:blip r:embed="rId3">
            <a:alphaModFix/>
          </a:blip>
          <a:stretch>
            <a:fillRect/>
          </a:stretch>
        </p:blipFill>
        <p:spPr>
          <a:xfrm>
            <a:off x="311700" y="4799400"/>
            <a:ext cx="1805026" cy="192024"/>
          </a:xfrm>
          <a:prstGeom prst="rect">
            <a:avLst/>
          </a:prstGeom>
          <a:noFill/>
          <a:ln>
            <a:noFill/>
          </a:ln>
        </p:spPr>
      </p:pic>
      <p:pic>
        <p:nvPicPr>
          <p:cNvPr id="680" name="Google Shape;680;p94"/>
          <p:cNvPicPr preferRelativeResize="0"/>
          <p:nvPr/>
        </p:nvPicPr>
        <p:blipFill rotWithShape="1">
          <a:blip r:embed="rId4">
            <a:alphaModFix/>
          </a:blip>
          <a:srcRect b="0" l="1415" r="5439" t="1545"/>
          <a:stretch/>
        </p:blipFill>
        <p:spPr>
          <a:xfrm>
            <a:off x="3381925" y="1886575"/>
            <a:ext cx="2130750" cy="2497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95"/>
          <p:cNvSpPr/>
          <p:nvPr/>
        </p:nvSpPr>
        <p:spPr>
          <a:xfrm>
            <a:off x="159750" y="1152475"/>
            <a:ext cx="2095500" cy="3503100"/>
          </a:xfrm>
          <a:prstGeom prst="roundRect">
            <a:avLst>
              <a:gd fmla="val 304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686" name="Google Shape;686;p95"/>
          <p:cNvSpPr/>
          <p:nvPr/>
        </p:nvSpPr>
        <p:spPr>
          <a:xfrm>
            <a:off x="2402721" y="1152475"/>
            <a:ext cx="2095500" cy="3503100"/>
          </a:xfrm>
          <a:prstGeom prst="roundRect">
            <a:avLst>
              <a:gd fmla="val 3041"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Hanken Grotesk"/>
              <a:ea typeface="Hanken Grotesk"/>
              <a:cs typeface="Hanken Grotesk"/>
              <a:sym typeface="Hanken Grotesk"/>
            </a:endParaRPr>
          </a:p>
        </p:txBody>
      </p:sp>
      <p:sp>
        <p:nvSpPr>
          <p:cNvPr id="687" name="Google Shape;687;p95"/>
          <p:cNvSpPr/>
          <p:nvPr/>
        </p:nvSpPr>
        <p:spPr>
          <a:xfrm>
            <a:off x="4645692" y="1152475"/>
            <a:ext cx="2095500" cy="3503100"/>
          </a:xfrm>
          <a:prstGeom prst="roundRect">
            <a:avLst>
              <a:gd fmla="val 304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688" name="Google Shape;688;p95"/>
          <p:cNvSpPr/>
          <p:nvPr/>
        </p:nvSpPr>
        <p:spPr>
          <a:xfrm>
            <a:off x="6888663" y="1152475"/>
            <a:ext cx="2095500" cy="3503100"/>
          </a:xfrm>
          <a:prstGeom prst="roundRect">
            <a:avLst>
              <a:gd fmla="val 304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descr="title" id="689" name="Google Shape;689;p95"/>
          <p:cNvSpPr txBox="1"/>
          <p:nvPr>
            <p:ph type="title"/>
          </p:nvPr>
        </p:nvSpPr>
        <p:spPr>
          <a:xfrm>
            <a:off x="311700" y="444125"/>
            <a:ext cx="8520600" cy="475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SzPts val="990"/>
              <a:buNone/>
            </a:pPr>
            <a:r>
              <a:rPr lang="zh-TW"/>
              <a:t>Binary Search Tree Implementation</a:t>
            </a:r>
            <a:endParaRPr/>
          </a:p>
        </p:txBody>
      </p:sp>
      <p:sp>
        <p:nvSpPr>
          <p:cNvPr descr="chapter" id="690" name="Google Shape;690;p95"/>
          <p:cNvSpPr txBox="1"/>
          <p:nvPr/>
        </p:nvSpPr>
        <p:spPr>
          <a:xfrm>
            <a:off x="311700" y="197800"/>
            <a:ext cx="4189200" cy="247200"/>
          </a:xfrm>
          <a:prstGeom prst="rect">
            <a:avLst/>
          </a:prstGeom>
          <a:noFill/>
          <a:ln>
            <a:noFill/>
          </a:ln>
        </p:spPr>
        <p:txBody>
          <a:bodyPr anchorCtr="0" anchor="ctr" bIns="45700" lIns="9125" spcFirstLastPara="1" rIns="91425" wrap="square" tIns="45700">
            <a:noAutofit/>
          </a:bodyPr>
          <a:lstStyle/>
          <a:p>
            <a:pPr indent="0" lvl="0" marL="0" rtl="0" algn="l">
              <a:lnSpc>
                <a:spcPct val="150000"/>
              </a:lnSpc>
              <a:spcBef>
                <a:spcPts val="900"/>
              </a:spcBef>
              <a:spcAft>
                <a:spcPts val="1200"/>
              </a:spcAft>
              <a:buNone/>
            </a:pPr>
            <a:r>
              <a:rPr lang="zh-TW" sz="1000">
                <a:solidFill>
                  <a:schemeClr val="dk2"/>
                </a:solidFill>
                <a:latin typeface="Hanken Grotesk Medium"/>
                <a:ea typeface="Hanken Grotesk Medium"/>
                <a:cs typeface="Hanken Grotesk Medium"/>
                <a:sym typeface="Hanken Grotesk Medium"/>
              </a:rPr>
              <a:t>Data Structures</a:t>
            </a:r>
            <a:endParaRPr sz="1000">
              <a:solidFill>
                <a:schemeClr val="dk2"/>
              </a:solidFill>
              <a:latin typeface="Hanken Grotesk Medium"/>
              <a:ea typeface="Hanken Grotesk Medium"/>
              <a:cs typeface="Hanken Grotesk Medium"/>
              <a:sym typeface="Hanken Grotesk Medium"/>
            </a:endParaRPr>
          </a:p>
        </p:txBody>
      </p:sp>
      <p:sp>
        <p:nvSpPr>
          <p:cNvPr descr="detail_0" id="691" name="Google Shape;691;p95"/>
          <p:cNvSpPr txBox="1"/>
          <p:nvPr>
            <p:ph idx="4294967295" type="body"/>
          </p:nvPr>
        </p:nvSpPr>
        <p:spPr>
          <a:xfrm>
            <a:off x="311700" y="2016250"/>
            <a:ext cx="1897800" cy="26394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0"/>
              </a:spcAft>
              <a:buNone/>
            </a:pPr>
            <a:r>
              <a:rPr lang="zh-TW" sz="1100">
                <a:solidFill>
                  <a:srgbClr val="FF0000"/>
                </a:solidFill>
              </a:rPr>
              <a:t>BSTInterface&lt;T&gt;</a:t>
            </a:r>
            <a:r>
              <a:rPr lang="zh-TW" sz="1100"/>
              <a:t> for generic operations</a:t>
            </a:r>
            <a:endParaRPr sz="1100"/>
          </a:p>
          <a:p>
            <a:pPr indent="0" lvl="0" marL="0" rtl="0" algn="l">
              <a:lnSpc>
                <a:spcPct val="125000"/>
              </a:lnSpc>
              <a:spcBef>
                <a:spcPts val="800"/>
              </a:spcBef>
              <a:spcAft>
                <a:spcPts val="0"/>
              </a:spcAft>
              <a:buNone/>
            </a:pPr>
            <a:r>
              <a:rPr lang="zh-TW" sz="1100">
                <a:solidFill>
                  <a:srgbClr val="FF0000"/>
                </a:solidFill>
              </a:rPr>
              <a:t>BST&lt;T&gt;</a:t>
            </a:r>
            <a:r>
              <a:rPr lang="zh-TW" sz="1100"/>
              <a:t> implementing core logic with Comparator support</a:t>
            </a:r>
            <a:endParaRPr sz="1100"/>
          </a:p>
          <a:p>
            <a:pPr indent="0" lvl="0" marL="0" rtl="0" algn="l">
              <a:lnSpc>
                <a:spcPct val="125000"/>
              </a:lnSpc>
              <a:spcBef>
                <a:spcPts val="800"/>
              </a:spcBef>
              <a:spcAft>
                <a:spcPts val="800"/>
              </a:spcAft>
              <a:buNone/>
            </a:pPr>
            <a:r>
              <a:rPr lang="zh-TW" sz="1100">
                <a:solidFill>
                  <a:srgbClr val="FF0000"/>
                </a:solidFill>
              </a:rPr>
              <a:t>MenuBST</a:t>
            </a:r>
            <a:r>
              <a:rPr lang="zh-TW" sz="1100"/>
              <a:t> as a specialized wrapper for MenuItem objects.</a:t>
            </a:r>
            <a:endParaRPr sz="1100"/>
          </a:p>
        </p:txBody>
      </p:sp>
      <p:sp>
        <p:nvSpPr>
          <p:cNvPr descr="header_0" id="692" name="Google Shape;692;p95"/>
          <p:cNvSpPr txBox="1"/>
          <p:nvPr>
            <p:ph idx="4294967295" type="body"/>
          </p:nvPr>
        </p:nvSpPr>
        <p:spPr>
          <a:xfrm>
            <a:off x="311700" y="1604650"/>
            <a:ext cx="1897800" cy="411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a:t>Architecture Overview</a:t>
            </a:r>
            <a:endParaRPr b="1" sz="1200"/>
          </a:p>
        </p:txBody>
      </p:sp>
      <p:sp>
        <p:nvSpPr>
          <p:cNvPr descr="header_1" id="693" name="Google Shape;693;p95"/>
          <p:cNvSpPr txBox="1"/>
          <p:nvPr>
            <p:ph idx="4294967295" type="subTitle"/>
          </p:nvPr>
        </p:nvSpPr>
        <p:spPr>
          <a:xfrm>
            <a:off x="2554800" y="1604650"/>
            <a:ext cx="1897800" cy="411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a:t>Sorting Logic</a:t>
            </a:r>
            <a:endParaRPr b="1" sz="1200"/>
          </a:p>
        </p:txBody>
      </p:sp>
      <p:sp>
        <p:nvSpPr>
          <p:cNvPr descr="detail_1" id="694" name="Google Shape;694;p95"/>
          <p:cNvSpPr txBox="1"/>
          <p:nvPr>
            <p:ph idx="4294967295" type="body"/>
          </p:nvPr>
        </p:nvSpPr>
        <p:spPr>
          <a:xfrm>
            <a:off x="2554823" y="2016250"/>
            <a:ext cx="1897800" cy="26394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0"/>
              </a:spcAft>
              <a:buNone/>
            </a:pPr>
            <a:r>
              <a:rPr lang="zh-TW" sz="1100"/>
              <a:t>Primary sorting by </a:t>
            </a:r>
            <a:r>
              <a:rPr lang="zh-TW" sz="1100">
                <a:solidFill>
                  <a:srgbClr val="FF0000"/>
                </a:solidFill>
              </a:rPr>
              <a:t>Price</a:t>
            </a:r>
            <a:r>
              <a:rPr lang="zh-TW" sz="1100"/>
              <a:t> ensures cost-based ordering; </a:t>
            </a:r>
            <a:endParaRPr sz="1100"/>
          </a:p>
          <a:p>
            <a:pPr indent="0" lvl="0" marL="0" rtl="0" algn="l">
              <a:lnSpc>
                <a:spcPct val="125000"/>
              </a:lnSpc>
              <a:spcBef>
                <a:spcPts val="800"/>
              </a:spcBef>
              <a:spcAft>
                <a:spcPts val="800"/>
              </a:spcAft>
              <a:buNone/>
            </a:pPr>
            <a:r>
              <a:rPr lang="zh-TW" sz="1100"/>
              <a:t>Secondary sorting by </a:t>
            </a:r>
            <a:r>
              <a:rPr lang="zh-TW" sz="1100">
                <a:solidFill>
                  <a:srgbClr val="FF0000"/>
                </a:solidFill>
              </a:rPr>
              <a:t>ID</a:t>
            </a:r>
            <a:r>
              <a:rPr lang="zh-TW" sz="1100"/>
              <a:t>, maintaining consistent and predictable order within the BST.</a:t>
            </a:r>
            <a:endParaRPr sz="1100"/>
          </a:p>
        </p:txBody>
      </p:sp>
      <p:sp>
        <p:nvSpPr>
          <p:cNvPr descr="header_2" id="695" name="Google Shape;695;p95"/>
          <p:cNvSpPr txBox="1"/>
          <p:nvPr>
            <p:ph idx="4294967295" type="subTitle"/>
          </p:nvPr>
        </p:nvSpPr>
        <p:spPr>
          <a:xfrm>
            <a:off x="4797750" y="1604650"/>
            <a:ext cx="1897800" cy="411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a:t>Core Operations</a:t>
            </a:r>
            <a:endParaRPr b="1" sz="1200"/>
          </a:p>
        </p:txBody>
      </p:sp>
      <p:sp>
        <p:nvSpPr>
          <p:cNvPr descr="detail_2" id="696" name="Google Shape;696;p95"/>
          <p:cNvSpPr txBox="1"/>
          <p:nvPr>
            <p:ph idx="4294967295" type="body"/>
          </p:nvPr>
        </p:nvSpPr>
        <p:spPr>
          <a:xfrm>
            <a:off x="4797777" y="2016250"/>
            <a:ext cx="1897800" cy="26394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0"/>
              </a:spcAft>
              <a:buNone/>
            </a:pPr>
            <a:r>
              <a:rPr lang="zh-TW" sz="1100"/>
              <a:t>Basic insert, delete, search, </a:t>
            </a:r>
            <a:endParaRPr sz="1100"/>
          </a:p>
          <a:p>
            <a:pPr indent="0" lvl="0" marL="0" rtl="0" algn="l">
              <a:lnSpc>
                <a:spcPct val="125000"/>
              </a:lnSpc>
              <a:spcBef>
                <a:spcPts val="800"/>
              </a:spcBef>
              <a:spcAft>
                <a:spcPts val="0"/>
              </a:spcAft>
              <a:buNone/>
            </a:pPr>
            <a:r>
              <a:rPr lang="zh-TW" sz="1100"/>
              <a:t>InorderTraversal for sorted data retrieval;</a:t>
            </a:r>
            <a:endParaRPr sz="1100"/>
          </a:p>
          <a:p>
            <a:pPr indent="0" lvl="0" marL="0" rtl="0" algn="l">
              <a:lnSpc>
                <a:spcPct val="125000"/>
              </a:lnSpc>
              <a:spcBef>
                <a:spcPts val="800"/>
              </a:spcBef>
              <a:spcAft>
                <a:spcPts val="800"/>
              </a:spcAft>
              <a:buNone/>
            </a:pPr>
            <a:r>
              <a:rPr lang="zh-TW" sz="1100"/>
              <a:t>RangeSearch for filtered results, </a:t>
            </a:r>
            <a:r>
              <a:rPr lang="zh-TW" sz="1100"/>
              <a:t>findMin/findMax for boundary queries;</a:t>
            </a:r>
            <a:endParaRPr sz="1100"/>
          </a:p>
        </p:txBody>
      </p:sp>
      <p:pic>
        <p:nvPicPr>
          <p:cNvPr id="697" name="Google Shape;697;p95"/>
          <p:cNvPicPr preferRelativeResize="0"/>
          <p:nvPr/>
        </p:nvPicPr>
        <p:blipFill>
          <a:blip r:embed="rId3">
            <a:alphaModFix/>
          </a:blip>
          <a:stretch>
            <a:fillRect/>
          </a:stretch>
        </p:blipFill>
        <p:spPr>
          <a:xfrm>
            <a:off x="311688" y="1258213"/>
            <a:ext cx="201168" cy="201168"/>
          </a:xfrm>
          <a:prstGeom prst="rect">
            <a:avLst/>
          </a:prstGeom>
          <a:noFill/>
          <a:ln cap="flat" cmpd="sng" w="9525">
            <a:solidFill>
              <a:srgbClr val="4340FF">
                <a:alpha val="0"/>
              </a:srgbClr>
            </a:solidFill>
            <a:prstDash val="solid"/>
            <a:round/>
            <a:headEnd len="sm" w="sm" type="none"/>
            <a:tailEnd len="sm" w="sm" type="none"/>
          </a:ln>
        </p:spPr>
      </p:pic>
      <p:pic>
        <p:nvPicPr>
          <p:cNvPr id="698" name="Google Shape;698;p95"/>
          <p:cNvPicPr preferRelativeResize="0"/>
          <p:nvPr/>
        </p:nvPicPr>
        <p:blipFill>
          <a:blip r:embed="rId4">
            <a:alphaModFix/>
          </a:blip>
          <a:stretch>
            <a:fillRect/>
          </a:stretch>
        </p:blipFill>
        <p:spPr>
          <a:xfrm>
            <a:off x="2478688" y="1258213"/>
            <a:ext cx="201168" cy="201168"/>
          </a:xfrm>
          <a:prstGeom prst="rect">
            <a:avLst/>
          </a:prstGeom>
          <a:noFill/>
          <a:ln cap="flat" cmpd="sng" w="9525">
            <a:solidFill>
              <a:srgbClr val="4340FF">
                <a:alpha val="0"/>
              </a:srgbClr>
            </a:solidFill>
            <a:prstDash val="solid"/>
            <a:round/>
            <a:headEnd len="sm" w="sm" type="none"/>
            <a:tailEnd len="sm" w="sm" type="none"/>
          </a:ln>
        </p:spPr>
      </p:pic>
      <p:pic>
        <p:nvPicPr>
          <p:cNvPr id="699" name="Google Shape;699;p95"/>
          <p:cNvPicPr preferRelativeResize="0"/>
          <p:nvPr/>
        </p:nvPicPr>
        <p:blipFill>
          <a:blip r:embed="rId5">
            <a:alphaModFix/>
          </a:blip>
          <a:stretch>
            <a:fillRect/>
          </a:stretch>
        </p:blipFill>
        <p:spPr>
          <a:xfrm>
            <a:off x="4797738" y="1258213"/>
            <a:ext cx="201168" cy="201168"/>
          </a:xfrm>
          <a:prstGeom prst="rect">
            <a:avLst/>
          </a:prstGeom>
          <a:noFill/>
          <a:ln cap="flat" cmpd="sng" w="9525">
            <a:solidFill>
              <a:srgbClr val="4340FF">
                <a:alpha val="0"/>
              </a:srgbClr>
            </a:solidFill>
            <a:prstDash val="solid"/>
            <a:round/>
            <a:headEnd len="sm" w="sm" type="none"/>
            <a:tailEnd len="sm" w="sm" type="none"/>
          </a:ln>
        </p:spPr>
      </p:pic>
      <p:sp>
        <p:nvSpPr>
          <p:cNvPr descr="header_3" id="700" name="Google Shape;700;p95"/>
          <p:cNvSpPr txBox="1"/>
          <p:nvPr>
            <p:ph idx="4294967295" type="body"/>
          </p:nvPr>
        </p:nvSpPr>
        <p:spPr>
          <a:xfrm>
            <a:off x="7036475" y="1604650"/>
            <a:ext cx="1897800" cy="411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a:t>Performance Complexity</a:t>
            </a:r>
            <a:endParaRPr b="1"/>
          </a:p>
        </p:txBody>
      </p:sp>
      <p:sp>
        <p:nvSpPr>
          <p:cNvPr descr="detail_3" id="701" name="Google Shape;701;p95"/>
          <p:cNvSpPr txBox="1"/>
          <p:nvPr>
            <p:ph idx="4294967295" type="body"/>
          </p:nvPr>
        </p:nvSpPr>
        <p:spPr>
          <a:xfrm>
            <a:off x="7036548" y="2016250"/>
            <a:ext cx="1897800" cy="2639400"/>
          </a:xfrm>
          <a:prstGeom prst="rect">
            <a:avLst/>
          </a:prstGeom>
        </p:spPr>
        <p:txBody>
          <a:bodyPr anchorCtr="0" anchor="t" bIns="91425" lIns="0" spcFirstLastPara="1" rIns="91425" wrap="square" tIns="91425">
            <a:noAutofit/>
          </a:bodyPr>
          <a:lstStyle/>
          <a:p>
            <a:pPr indent="0" lvl="0" marL="0" marR="0" rtl="0" algn="l">
              <a:lnSpc>
                <a:spcPct val="125000"/>
              </a:lnSpc>
              <a:spcBef>
                <a:spcPts val="0"/>
              </a:spcBef>
              <a:spcAft>
                <a:spcPts val="0"/>
              </a:spcAft>
              <a:buNone/>
            </a:pPr>
            <a:r>
              <a:rPr lang="zh-TW" sz="1100"/>
              <a:t>Run in </a:t>
            </a:r>
            <a:r>
              <a:rPr lang="zh-TW" sz="1100">
                <a:solidFill>
                  <a:srgbClr val="FF0000"/>
                </a:solidFill>
              </a:rPr>
              <a:t>O(log n)</a:t>
            </a:r>
            <a:r>
              <a:rPr lang="zh-TW" sz="1100"/>
              <a:t> time</a:t>
            </a:r>
            <a:endParaRPr sz="1100"/>
          </a:p>
          <a:p>
            <a:pPr indent="0" lvl="0" marL="0" marR="0" rtl="0" algn="l">
              <a:lnSpc>
                <a:spcPct val="125000"/>
              </a:lnSpc>
              <a:spcBef>
                <a:spcPts val="800"/>
              </a:spcBef>
              <a:spcAft>
                <a:spcPts val="0"/>
              </a:spcAft>
              <a:buNone/>
            </a:pPr>
            <a:r>
              <a:rPr lang="zh-TW" sz="1100"/>
              <a:t>Ensure scalability for large menus</a:t>
            </a:r>
            <a:endParaRPr sz="1100"/>
          </a:p>
          <a:p>
            <a:pPr indent="0" lvl="0" marL="0" marR="0" rtl="0" algn="l">
              <a:lnSpc>
                <a:spcPct val="125000"/>
              </a:lnSpc>
              <a:spcBef>
                <a:spcPts val="800"/>
              </a:spcBef>
              <a:spcAft>
                <a:spcPts val="800"/>
              </a:spcAft>
              <a:buNone/>
            </a:pPr>
            <a:r>
              <a:rPr lang="zh-TW" sz="1100"/>
              <a:t>Maintain fast access and updates.</a:t>
            </a:r>
            <a:endParaRPr sz="1100"/>
          </a:p>
        </p:txBody>
      </p:sp>
      <p:pic>
        <p:nvPicPr>
          <p:cNvPr id="702" name="Google Shape;702;p95"/>
          <p:cNvPicPr preferRelativeResize="0"/>
          <p:nvPr/>
        </p:nvPicPr>
        <p:blipFill>
          <a:blip r:embed="rId6">
            <a:alphaModFix/>
          </a:blip>
          <a:stretch>
            <a:fillRect/>
          </a:stretch>
        </p:blipFill>
        <p:spPr>
          <a:xfrm>
            <a:off x="7036463" y="1258213"/>
            <a:ext cx="201168" cy="201168"/>
          </a:xfrm>
          <a:prstGeom prst="rect">
            <a:avLst/>
          </a:prstGeom>
          <a:noFill/>
          <a:ln cap="flat" cmpd="sng" w="9525">
            <a:solidFill>
              <a:srgbClr val="4340FF">
                <a:alpha val="0"/>
              </a:srgbClr>
            </a:solidFill>
            <a:prstDash val="solid"/>
            <a:round/>
            <a:headEnd len="sm" w="sm" type="none"/>
            <a:tailEnd len="sm" w="sm" type="none"/>
          </a:ln>
        </p:spPr>
      </p:pic>
      <p:pic>
        <p:nvPicPr>
          <p:cNvPr descr="logo" id="703" name="Google Shape;703;p95"/>
          <p:cNvPicPr preferRelativeResize="0"/>
          <p:nvPr/>
        </p:nvPicPr>
        <p:blipFill>
          <a:blip r:embed="rId7">
            <a:alphaModFix/>
          </a:blip>
          <a:stretch>
            <a:fillRect/>
          </a:stretch>
        </p:blipFill>
        <p:spPr>
          <a:xfrm>
            <a:off x="311700" y="4799400"/>
            <a:ext cx="1805026" cy="1920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96"/>
          <p:cNvSpPr/>
          <p:nvPr/>
        </p:nvSpPr>
        <p:spPr>
          <a:xfrm>
            <a:off x="3198250" y="197800"/>
            <a:ext cx="5786100" cy="4746600"/>
          </a:xfrm>
          <a:prstGeom prst="roundRect">
            <a:avLst>
              <a:gd fmla="val 166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descr="title" id="709" name="Google Shape;709;p96"/>
          <p:cNvSpPr txBox="1"/>
          <p:nvPr>
            <p:ph idx="4294967295" type="title"/>
          </p:nvPr>
        </p:nvSpPr>
        <p:spPr>
          <a:xfrm>
            <a:off x="311700" y="444125"/>
            <a:ext cx="2747400" cy="42114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zh-TW"/>
              <a:t>Merge Sort Algorithm</a:t>
            </a:r>
            <a:endParaRPr/>
          </a:p>
        </p:txBody>
      </p:sp>
      <p:sp>
        <p:nvSpPr>
          <p:cNvPr descr="chapter" id="710" name="Google Shape;710;p96"/>
          <p:cNvSpPr txBox="1"/>
          <p:nvPr/>
        </p:nvSpPr>
        <p:spPr>
          <a:xfrm>
            <a:off x="311700" y="197800"/>
            <a:ext cx="2747400" cy="247200"/>
          </a:xfrm>
          <a:prstGeom prst="rect">
            <a:avLst/>
          </a:prstGeom>
          <a:noFill/>
          <a:ln>
            <a:noFill/>
          </a:ln>
        </p:spPr>
        <p:txBody>
          <a:bodyPr anchorCtr="0" anchor="ctr" bIns="45700" lIns="9125" spcFirstLastPara="1" rIns="91425" wrap="square" tIns="45700">
            <a:noAutofit/>
          </a:bodyPr>
          <a:lstStyle/>
          <a:p>
            <a:pPr indent="0" lvl="0" marL="0" rtl="0" algn="l">
              <a:lnSpc>
                <a:spcPct val="150000"/>
              </a:lnSpc>
              <a:spcBef>
                <a:spcPts val="900"/>
              </a:spcBef>
              <a:spcAft>
                <a:spcPts val="1200"/>
              </a:spcAft>
              <a:buNone/>
            </a:pPr>
            <a:r>
              <a:rPr lang="zh-TW" sz="1000">
                <a:solidFill>
                  <a:schemeClr val="dk2"/>
                </a:solidFill>
                <a:latin typeface="Hanken Grotesk Medium"/>
                <a:ea typeface="Hanken Grotesk Medium"/>
                <a:cs typeface="Hanken Grotesk Medium"/>
                <a:sym typeface="Hanken Grotesk Medium"/>
              </a:rPr>
              <a:t>Algorithm</a:t>
            </a:r>
            <a:endParaRPr sz="1000">
              <a:solidFill>
                <a:schemeClr val="dk2"/>
              </a:solidFill>
              <a:latin typeface="Hanken Grotesk Medium"/>
              <a:ea typeface="Hanken Grotesk Medium"/>
              <a:cs typeface="Hanken Grotesk Medium"/>
              <a:sym typeface="Hanken Grotesk Medium"/>
            </a:endParaRPr>
          </a:p>
        </p:txBody>
      </p:sp>
      <p:sp>
        <p:nvSpPr>
          <p:cNvPr descr="header_0" id="711" name="Google Shape;711;p96"/>
          <p:cNvSpPr txBox="1"/>
          <p:nvPr/>
        </p:nvSpPr>
        <p:spPr>
          <a:xfrm>
            <a:off x="3616750" y="342900"/>
            <a:ext cx="1305000" cy="1102200"/>
          </a:xfrm>
          <a:prstGeom prst="rect">
            <a:avLst/>
          </a:prstGeom>
          <a:noFill/>
          <a:ln>
            <a:noFill/>
          </a:ln>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sz="1150">
                <a:solidFill>
                  <a:schemeClr val="dk1"/>
                </a:solidFill>
                <a:latin typeface="Hanken Grotesk"/>
                <a:ea typeface="Hanken Grotesk"/>
                <a:cs typeface="Hanken Grotesk"/>
                <a:sym typeface="Hanken Grotesk"/>
              </a:rPr>
              <a:t>Algorithm Characteristics</a:t>
            </a:r>
            <a:endParaRPr b="1" sz="1150">
              <a:solidFill>
                <a:schemeClr val="dk1"/>
              </a:solidFill>
              <a:latin typeface="Hanken Grotesk"/>
              <a:ea typeface="Hanken Grotesk"/>
              <a:cs typeface="Hanken Grotesk"/>
              <a:sym typeface="Hanken Grotesk"/>
            </a:endParaRPr>
          </a:p>
        </p:txBody>
      </p:sp>
      <p:sp>
        <p:nvSpPr>
          <p:cNvPr descr="detail_0" id="712" name="Google Shape;712;p96"/>
          <p:cNvSpPr txBox="1"/>
          <p:nvPr/>
        </p:nvSpPr>
        <p:spPr>
          <a:xfrm>
            <a:off x="4921824" y="342900"/>
            <a:ext cx="3910500" cy="1102200"/>
          </a:xfrm>
          <a:prstGeom prst="rect">
            <a:avLst/>
          </a:prstGeom>
          <a:noFill/>
          <a:ln>
            <a:noFill/>
          </a:ln>
        </p:spPr>
        <p:txBody>
          <a:bodyPr anchorCtr="0" anchor="t" bIns="91425" lIns="0" spcFirstLastPara="1" rIns="91425" wrap="square" tIns="45700">
            <a:noAutofit/>
          </a:bodyPr>
          <a:lstStyle/>
          <a:p>
            <a:pPr indent="0" lvl="0" marL="0" rtl="0" algn="l">
              <a:lnSpc>
                <a:spcPct val="125000"/>
              </a:lnSpc>
              <a:spcBef>
                <a:spcPts val="0"/>
              </a:spcBef>
              <a:spcAft>
                <a:spcPts val="800"/>
              </a:spcAft>
              <a:buNone/>
            </a:pPr>
            <a:r>
              <a:rPr lang="zh-TW" sz="1000">
                <a:solidFill>
                  <a:schemeClr val="dk1"/>
                </a:solidFill>
                <a:latin typeface="Hanken Grotesk"/>
                <a:ea typeface="Hanken Grotesk"/>
                <a:cs typeface="Hanken Grotesk"/>
                <a:sym typeface="Hanken Grotesk"/>
              </a:rPr>
              <a:t>Divide and conquer.</a:t>
            </a:r>
            <a:br>
              <a:rPr lang="zh-TW" sz="1000">
                <a:solidFill>
                  <a:schemeClr val="dk1"/>
                </a:solidFill>
                <a:latin typeface="Hanken Grotesk"/>
                <a:ea typeface="Hanken Grotesk"/>
                <a:cs typeface="Hanken Grotesk"/>
                <a:sym typeface="Hanken Grotesk"/>
              </a:rPr>
            </a:br>
            <a:r>
              <a:rPr lang="zh-TW" sz="1000">
                <a:solidFill>
                  <a:schemeClr val="dk1"/>
                </a:solidFill>
                <a:latin typeface="Hanken Grotesk"/>
                <a:ea typeface="Hanken Grotesk"/>
                <a:cs typeface="Hanken Grotesk"/>
                <a:sym typeface="Hanken Grotesk"/>
              </a:rPr>
              <a:t>Time complexity of O(n log n) and space complexity of O(n).</a:t>
            </a:r>
            <a:br>
              <a:rPr lang="zh-TW" sz="1000">
                <a:solidFill>
                  <a:schemeClr val="dk1"/>
                </a:solidFill>
                <a:latin typeface="Hanken Grotesk"/>
                <a:ea typeface="Hanken Grotesk"/>
                <a:cs typeface="Hanken Grotesk"/>
                <a:sym typeface="Hanken Grotesk"/>
              </a:rPr>
            </a:br>
            <a:r>
              <a:rPr lang="zh-TW" sz="1000">
                <a:solidFill>
                  <a:srgbClr val="FF0000"/>
                </a:solidFill>
                <a:latin typeface="Hanken Grotesk"/>
                <a:ea typeface="Hanken Grotesk"/>
                <a:cs typeface="Hanken Grotesk"/>
                <a:sym typeface="Hanken Grotesk"/>
              </a:rPr>
              <a:t>Preserve original order</a:t>
            </a:r>
            <a:r>
              <a:rPr lang="zh-TW" sz="1000">
                <a:solidFill>
                  <a:schemeClr val="dk1"/>
                </a:solidFill>
                <a:latin typeface="Hanken Grotesk"/>
                <a:ea typeface="Hanken Grotesk"/>
                <a:cs typeface="Hanken Grotesk"/>
                <a:sym typeface="Hanken Grotesk"/>
              </a:rPr>
              <a:t> of equal elements.</a:t>
            </a:r>
            <a:endParaRPr sz="1000">
              <a:solidFill>
                <a:schemeClr val="dk1"/>
              </a:solidFill>
              <a:latin typeface="Hanken Grotesk"/>
              <a:ea typeface="Hanken Grotesk"/>
              <a:cs typeface="Hanken Grotesk"/>
              <a:sym typeface="Hanken Grotesk"/>
            </a:endParaRPr>
          </a:p>
        </p:txBody>
      </p:sp>
      <p:sp>
        <p:nvSpPr>
          <p:cNvPr descr="detail_1" id="713" name="Google Shape;713;p96"/>
          <p:cNvSpPr txBox="1"/>
          <p:nvPr/>
        </p:nvSpPr>
        <p:spPr>
          <a:xfrm>
            <a:off x="4921824" y="1509329"/>
            <a:ext cx="3910500" cy="1102200"/>
          </a:xfrm>
          <a:prstGeom prst="rect">
            <a:avLst/>
          </a:prstGeom>
          <a:noFill/>
          <a:ln>
            <a:noFill/>
          </a:ln>
        </p:spPr>
        <p:txBody>
          <a:bodyPr anchorCtr="0" anchor="t" bIns="91425" lIns="0" spcFirstLastPara="1" rIns="91425" wrap="square" tIns="45700">
            <a:noAutofit/>
          </a:bodyPr>
          <a:lstStyle/>
          <a:p>
            <a:pPr indent="0" lvl="0" marL="0" rtl="0" algn="l">
              <a:lnSpc>
                <a:spcPct val="115000"/>
              </a:lnSpc>
              <a:spcBef>
                <a:spcPts val="0"/>
              </a:spcBef>
              <a:spcAft>
                <a:spcPts val="800"/>
              </a:spcAft>
              <a:buNone/>
            </a:pPr>
            <a:r>
              <a:rPr lang="zh-TW" sz="1000">
                <a:solidFill>
                  <a:schemeClr val="dk1"/>
                </a:solidFill>
                <a:latin typeface="Hanken Grotesk"/>
                <a:ea typeface="Hanken Grotesk"/>
                <a:cs typeface="Hanken Grotesk"/>
                <a:sym typeface="Hanken Grotesk"/>
              </a:rPr>
              <a:t>The list is recursively </a:t>
            </a:r>
            <a:r>
              <a:rPr lang="zh-TW" sz="1000">
                <a:solidFill>
                  <a:srgbClr val="FF0000"/>
                </a:solidFill>
                <a:latin typeface="Hanken Grotesk"/>
                <a:ea typeface="Hanken Grotesk"/>
                <a:cs typeface="Hanken Grotesk"/>
                <a:sym typeface="Hanken Grotesk"/>
              </a:rPr>
              <a:t>divided into halves</a:t>
            </a:r>
            <a:r>
              <a:rPr lang="zh-TW" sz="1000">
                <a:solidFill>
                  <a:schemeClr val="dk1"/>
                </a:solidFill>
                <a:latin typeface="Hanken Grotesk"/>
                <a:ea typeface="Hanken Grotesk"/>
                <a:cs typeface="Hanken Grotesk"/>
                <a:sym typeface="Hanken Grotesk"/>
              </a:rPr>
              <a:t>, each half is sorted independently, then </a:t>
            </a:r>
            <a:r>
              <a:rPr lang="zh-TW" sz="1000">
                <a:solidFill>
                  <a:srgbClr val="FF0000"/>
                </a:solidFill>
                <a:latin typeface="Hanken Grotesk"/>
                <a:ea typeface="Hanken Grotesk"/>
                <a:cs typeface="Hanken Grotesk"/>
                <a:sym typeface="Hanken Grotesk"/>
              </a:rPr>
              <a:t>merged together</a:t>
            </a:r>
            <a:r>
              <a:rPr lang="zh-TW" sz="1000">
                <a:solidFill>
                  <a:schemeClr val="dk1"/>
                </a:solidFill>
                <a:latin typeface="Hanken Grotesk"/>
                <a:ea typeface="Hanken Grotesk"/>
                <a:cs typeface="Hanken Grotesk"/>
                <a:sym typeface="Hanken Grotesk"/>
              </a:rPr>
              <a:t> in sorted order to form the final sorted list.</a:t>
            </a:r>
            <a:endParaRPr sz="1000">
              <a:solidFill>
                <a:schemeClr val="dk1"/>
              </a:solidFill>
              <a:latin typeface="Hanken Grotesk"/>
              <a:ea typeface="Hanken Grotesk"/>
              <a:cs typeface="Hanken Grotesk"/>
              <a:sym typeface="Hanken Grotesk"/>
            </a:endParaRPr>
          </a:p>
        </p:txBody>
      </p:sp>
      <p:sp>
        <p:nvSpPr>
          <p:cNvPr descr="header_1" id="714" name="Google Shape;714;p96"/>
          <p:cNvSpPr txBox="1"/>
          <p:nvPr/>
        </p:nvSpPr>
        <p:spPr>
          <a:xfrm>
            <a:off x="3616750" y="1509330"/>
            <a:ext cx="1305000" cy="1102200"/>
          </a:xfrm>
          <a:prstGeom prst="rect">
            <a:avLst/>
          </a:prstGeom>
          <a:noFill/>
          <a:ln>
            <a:noFill/>
          </a:ln>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sz="1150">
                <a:solidFill>
                  <a:schemeClr val="dk1"/>
                </a:solidFill>
                <a:latin typeface="Hanken Grotesk"/>
                <a:ea typeface="Hanken Grotesk"/>
                <a:cs typeface="Hanken Grotesk"/>
                <a:sym typeface="Hanken Grotesk"/>
              </a:rPr>
              <a:t>Sorting Process</a:t>
            </a:r>
            <a:endParaRPr b="1" sz="1150">
              <a:solidFill>
                <a:schemeClr val="dk1"/>
              </a:solidFill>
              <a:latin typeface="Hanken Grotesk"/>
              <a:ea typeface="Hanken Grotesk"/>
              <a:cs typeface="Hanken Grotesk"/>
              <a:sym typeface="Hanken Grotesk"/>
            </a:endParaRPr>
          </a:p>
        </p:txBody>
      </p:sp>
      <p:sp>
        <p:nvSpPr>
          <p:cNvPr descr="detail_2" id="715" name="Google Shape;715;p96"/>
          <p:cNvSpPr txBox="1"/>
          <p:nvPr/>
        </p:nvSpPr>
        <p:spPr>
          <a:xfrm>
            <a:off x="4921824" y="2675767"/>
            <a:ext cx="3910500" cy="1102200"/>
          </a:xfrm>
          <a:prstGeom prst="rect">
            <a:avLst/>
          </a:prstGeom>
          <a:noFill/>
          <a:ln>
            <a:noFill/>
          </a:ln>
        </p:spPr>
        <p:txBody>
          <a:bodyPr anchorCtr="0" anchor="t" bIns="91425" lIns="0" spcFirstLastPara="1" rIns="91425" wrap="square" tIns="45700">
            <a:noAutofit/>
          </a:bodyPr>
          <a:lstStyle/>
          <a:p>
            <a:pPr indent="0" lvl="0" marL="0" rtl="0" algn="l">
              <a:lnSpc>
                <a:spcPct val="115000"/>
              </a:lnSpc>
              <a:spcBef>
                <a:spcPts val="0"/>
              </a:spcBef>
              <a:spcAft>
                <a:spcPts val="800"/>
              </a:spcAft>
              <a:buNone/>
            </a:pPr>
            <a:r>
              <a:rPr lang="zh-TW" sz="1000">
                <a:solidFill>
                  <a:schemeClr val="dk1"/>
                </a:solidFill>
                <a:latin typeface="Hanken Grotesk"/>
                <a:ea typeface="Hanken Grotesk"/>
                <a:cs typeface="Hanken Grotesk"/>
                <a:sym typeface="Hanken Grotesk"/>
              </a:rPr>
              <a:t>Supports sorting by Price (ascending/descending), Name (A-Z/Z-A), and Category, allowing flexible menu organization based on user preference.</a:t>
            </a:r>
            <a:endParaRPr sz="1000">
              <a:solidFill>
                <a:schemeClr val="dk1"/>
              </a:solidFill>
              <a:latin typeface="Hanken Grotesk"/>
              <a:ea typeface="Hanken Grotesk"/>
              <a:cs typeface="Hanken Grotesk"/>
              <a:sym typeface="Hanken Grotesk"/>
            </a:endParaRPr>
          </a:p>
        </p:txBody>
      </p:sp>
      <p:sp>
        <p:nvSpPr>
          <p:cNvPr descr="header_2" id="716" name="Google Shape;716;p96"/>
          <p:cNvSpPr txBox="1"/>
          <p:nvPr/>
        </p:nvSpPr>
        <p:spPr>
          <a:xfrm>
            <a:off x="3616750" y="2675768"/>
            <a:ext cx="1305000" cy="1102200"/>
          </a:xfrm>
          <a:prstGeom prst="rect">
            <a:avLst/>
          </a:prstGeom>
          <a:noFill/>
          <a:ln>
            <a:noFill/>
          </a:ln>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sz="1150">
                <a:solidFill>
                  <a:schemeClr val="dk1"/>
                </a:solidFill>
                <a:latin typeface="Hanken Grotesk"/>
                <a:ea typeface="Hanken Grotesk"/>
                <a:cs typeface="Hanken Grotesk"/>
                <a:sym typeface="Hanken Grotesk"/>
              </a:rPr>
              <a:t>Multiple Comparators</a:t>
            </a:r>
            <a:endParaRPr b="1" sz="1150">
              <a:solidFill>
                <a:schemeClr val="dk1"/>
              </a:solidFill>
              <a:latin typeface="Hanken Grotesk"/>
              <a:ea typeface="Hanken Grotesk"/>
              <a:cs typeface="Hanken Grotesk"/>
              <a:sym typeface="Hanken Grotesk"/>
            </a:endParaRPr>
          </a:p>
        </p:txBody>
      </p:sp>
      <p:sp>
        <p:nvSpPr>
          <p:cNvPr descr="detail_3" id="717" name="Google Shape;717;p96"/>
          <p:cNvSpPr txBox="1"/>
          <p:nvPr/>
        </p:nvSpPr>
        <p:spPr>
          <a:xfrm>
            <a:off x="4921824" y="3842198"/>
            <a:ext cx="3910500" cy="1102200"/>
          </a:xfrm>
          <a:prstGeom prst="rect">
            <a:avLst/>
          </a:prstGeom>
          <a:noFill/>
          <a:ln>
            <a:noFill/>
          </a:ln>
        </p:spPr>
        <p:txBody>
          <a:bodyPr anchorCtr="0" anchor="t" bIns="91425" lIns="0" spcFirstLastPara="1" rIns="91425" wrap="square" tIns="45700">
            <a:noAutofit/>
          </a:bodyPr>
          <a:lstStyle/>
          <a:p>
            <a:pPr indent="0" lvl="0" marL="0" rtl="0" algn="l">
              <a:lnSpc>
                <a:spcPct val="115000"/>
              </a:lnSpc>
              <a:spcBef>
                <a:spcPts val="0"/>
              </a:spcBef>
              <a:spcAft>
                <a:spcPts val="800"/>
              </a:spcAft>
              <a:buNone/>
            </a:pPr>
            <a:r>
              <a:rPr lang="zh-TW" sz="1000">
                <a:solidFill>
                  <a:schemeClr val="dk1"/>
                </a:solidFill>
                <a:latin typeface="Hanken Grotesk"/>
                <a:ea typeface="Hanken Grotesk"/>
                <a:cs typeface="Hanken Grotesk"/>
                <a:sym typeface="Hanken Grotesk"/>
              </a:rPr>
              <a:t>Real-time timing is displayed in milliseconds during sorting to assess efficiency and provide feedback for optimization.</a:t>
            </a:r>
            <a:endParaRPr sz="1000">
              <a:solidFill>
                <a:schemeClr val="dk1"/>
              </a:solidFill>
              <a:latin typeface="Hanken Grotesk"/>
              <a:ea typeface="Hanken Grotesk"/>
              <a:cs typeface="Hanken Grotesk"/>
              <a:sym typeface="Hanken Grotesk"/>
            </a:endParaRPr>
          </a:p>
        </p:txBody>
      </p:sp>
      <p:sp>
        <p:nvSpPr>
          <p:cNvPr descr="header_3" id="718" name="Google Shape;718;p96"/>
          <p:cNvSpPr txBox="1"/>
          <p:nvPr/>
        </p:nvSpPr>
        <p:spPr>
          <a:xfrm>
            <a:off x="3616750" y="3842199"/>
            <a:ext cx="1305000" cy="1102200"/>
          </a:xfrm>
          <a:prstGeom prst="rect">
            <a:avLst/>
          </a:prstGeom>
          <a:noFill/>
          <a:ln>
            <a:noFill/>
          </a:ln>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sz="1150">
                <a:solidFill>
                  <a:schemeClr val="dk1"/>
                </a:solidFill>
                <a:latin typeface="Hanken Grotesk"/>
                <a:ea typeface="Hanken Grotesk"/>
                <a:cs typeface="Hanken Grotesk"/>
                <a:sym typeface="Hanken Grotesk"/>
              </a:rPr>
              <a:t>Performance Measurement</a:t>
            </a:r>
            <a:endParaRPr b="1" sz="1150">
              <a:solidFill>
                <a:schemeClr val="dk1"/>
              </a:solidFill>
              <a:latin typeface="Hanken Grotesk"/>
              <a:ea typeface="Hanken Grotesk"/>
              <a:cs typeface="Hanken Grotesk"/>
              <a:sym typeface="Hanken Grotesk"/>
            </a:endParaRPr>
          </a:p>
        </p:txBody>
      </p:sp>
      <p:pic>
        <p:nvPicPr>
          <p:cNvPr id="719" name="Google Shape;719;p96"/>
          <p:cNvPicPr preferRelativeResize="0"/>
          <p:nvPr/>
        </p:nvPicPr>
        <p:blipFill>
          <a:blip r:embed="rId3">
            <a:alphaModFix/>
          </a:blip>
          <a:stretch>
            <a:fillRect/>
          </a:stretch>
        </p:blipFill>
        <p:spPr>
          <a:xfrm>
            <a:off x="3314538" y="362400"/>
            <a:ext cx="182880" cy="182880"/>
          </a:xfrm>
          <a:prstGeom prst="rect">
            <a:avLst/>
          </a:prstGeom>
          <a:noFill/>
          <a:ln cap="flat" cmpd="sng" w="9525">
            <a:solidFill>
              <a:srgbClr val="4340FF">
                <a:alpha val="0"/>
              </a:srgbClr>
            </a:solidFill>
            <a:prstDash val="solid"/>
            <a:round/>
            <a:headEnd len="sm" w="sm" type="none"/>
            <a:tailEnd len="sm" w="sm" type="none"/>
          </a:ln>
        </p:spPr>
      </p:pic>
      <p:pic>
        <p:nvPicPr>
          <p:cNvPr id="720" name="Google Shape;720;p96"/>
          <p:cNvPicPr preferRelativeResize="0"/>
          <p:nvPr/>
        </p:nvPicPr>
        <p:blipFill>
          <a:blip r:embed="rId4">
            <a:alphaModFix/>
          </a:blip>
          <a:stretch>
            <a:fillRect/>
          </a:stretch>
        </p:blipFill>
        <p:spPr>
          <a:xfrm>
            <a:off x="3314538" y="1532708"/>
            <a:ext cx="182880" cy="182880"/>
          </a:xfrm>
          <a:prstGeom prst="rect">
            <a:avLst/>
          </a:prstGeom>
          <a:noFill/>
          <a:ln cap="flat" cmpd="sng" w="9525">
            <a:solidFill>
              <a:srgbClr val="4340FF">
                <a:alpha val="0"/>
              </a:srgbClr>
            </a:solidFill>
            <a:prstDash val="solid"/>
            <a:round/>
            <a:headEnd len="sm" w="sm" type="none"/>
            <a:tailEnd len="sm" w="sm" type="none"/>
          </a:ln>
        </p:spPr>
      </p:pic>
      <p:pic>
        <p:nvPicPr>
          <p:cNvPr id="721" name="Google Shape;721;p96"/>
          <p:cNvPicPr preferRelativeResize="0"/>
          <p:nvPr/>
        </p:nvPicPr>
        <p:blipFill>
          <a:blip r:embed="rId5">
            <a:alphaModFix/>
          </a:blip>
          <a:stretch>
            <a:fillRect/>
          </a:stretch>
        </p:blipFill>
        <p:spPr>
          <a:xfrm>
            <a:off x="3314538" y="2703016"/>
            <a:ext cx="182880" cy="182880"/>
          </a:xfrm>
          <a:prstGeom prst="rect">
            <a:avLst/>
          </a:prstGeom>
          <a:noFill/>
          <a:ln cap="flat" cmpd="sng" w="9525">
            <a:solidFill>
              <a:srgbClr val="4340FF">
                <a:alpha val="0"/>
              </a:srgbClr>
            </a:solidFill>
            <a:prstDash val="solid"/>
            <a:round/>
            <a:headEnd len="sm" w="sm" type="none"/>
            <a:tailEnd len="sm" w="sm" type="none"/>
          </a:ln>
        </p:spPr>
      </p:pic>
      <p:pic>
        <p:nvPicPr>
          <p:cNvPr id="722" name="Google Shape;722;p96"/>
          <p:cNvPicPr preferRelativeResize="0"/>
          <p:nvPr/>
        </p:nvPicPr>
        <p:blipFill>
          <a:blip r:embed="rId6">
            <a:alphaModFix/>
          </a:blip>
          <a:stretch>
            <a:fillRect/>
          </a:stretch>
        </p:blipFill>
        <p:spPr>
          <a:xfrm>
            <a:off x="3314538" y="3873324"/>
            <a:ext cx="182880" cy="182880"/>
          </a:xfrm>
          <a:prstGeom prst="rect">
            <a:avLst/>
          </a:prstGeom>
          <a:noFill/>
          <a:ln cap="flat" cmpd="sng" w="9525">
            <a:solidFill>
              <a:srgbClr val="4340FF">
                <a:alpha val="0"/>
              </a:srgbClr>
            </a:solidFill>
            <a:prstDash val="solid"/>
            <a:round/>
            <a:headEnd len="sm" w="sm" type="none"/>
            <a:tailEnd len="sm" w="sm" type="none"/>
          </a:ln>
        </p:spPr>
      </p:pic>
      <p:pic>
        <p:nvPicPr>
          <p:cNvPr descr="logo" id="723" name="Google Shape;723;p96"/>
          <p:cNvPicPr preferRelativeResize="0"/>
          <p:nvPr/>
        </p:nvPicPr>
        <p:blipFill>
          <a:blip r:embed="rId7">
            <a:alphaModFix/>
          </a:blip>
          <a:stretch>
            <a:fillRect/>
          </a:stretch>
        </p:blipFill>
        <p:spPr>
          <a:xfrm>
            <a:off x="311700" y="4799400"/>
            <a:ext cx="1805026" cy="192024"/>
          </a:xfrm>
          <a:prstGeom prst="rect">
            <a:avLst/>
          </a:prstGeom>
          <a:noFill/>
          <a:ln>
            <a:noFill/>
          </a:ln>
        </p:spPr>
      </p:pic>
      <p:pic>
        <p:nvPicPr>
          <p:cNvPr descr="algorithm bias code create echo chamber filter bubble connecting people with same similar ideas in crowd online (來源：Getty Images)" id="724" name="Google Shape;724;p96"/>
          <p:cNvPicPr preferRelativeResize="0"/>
          <p:nvPr/>
        </p:nvPicPr>
        <p:blipFill rotWithShape="1">
          <a:blip r:embed="rId8">
            <a:alphaModFix/>
          </a:blip>
          <a:srcRect b="0" l="36924" r="36924" t="0"/>
          <a:stretch/>
        </p:blipFill>
        <p:spPr>
          <a:xfrm>
            <a:off x="589263" y="1311600"/>
            <a:ext cx="2040300" cy="3341100"/>
          </a:xfrm>
          <a:prstGeom prst="roundRect">
            <a:avLst>
              <a:gd fmla="val 2263" name="adj"/>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pic>
        <p:nvPicPr>
          <p:cNvPr descr="co working team meeting concept,businessman using smart phone and digital tablet and laptop computer and name tag in modern office (來源：Getty Images)" id="729" name="Google Shape;729;p97"/>
          <p:cNvPicPr preferRelativeResize="0"/>
          <p:nvPr/>
        </p:nvPicPr>
        <p:blipFill rotWithShape="1">
          <a:blip r:embed="rId3">
            <a:alphaModFix/>
          </a:blip>
          <a:srcRect b="980" l="0" r="0" t="990"/>
          <a:stretch/>
        </p:blipFill>
        <p:spPr>
          <a:xfrm>
            <a:off x="311700" y="1374150"/>
            <a:ext cx="3666000" cy="2395200"/>
          </a:xfrm>
          <a:prstGeom prst="roundRect">
            <a:avLst>
              <a:gd fmla="val 2263" name="adj"/>
            </a:avLst>
          </a:prstGeom>
          <a:noFill/>
          <a:ln>
            <a:noFill/>
          </a:ln>
        </p:spPr>
      </p:pic>
      <p:sp>
        <p:nvSpPr>
          <p:cNvPr descr="title" id="730" name="Google Shape;730;p97"/>
          <p:cNvSpPr txBox="1"/>
          <p:nvPr/>
        </p:nvSpPr>
        <p:spPr>
          <a:xfrm>
            <a:off x="311700" y="444125"/>
            <a:ext cx="4189200" cy="928800"/>
          </a:xfrm>
          <a:prstGeom prst="rect">
            <a:avLst/>
          </a:prstGeom>
          <a:noFill/>
          <a:ln>
            <a:noFill/>
          </a:ln>
        </p:spPr>
        <p:txBody>
          <a:bodyPr anchorCtr="0" anchor="t" bIns="91425" lIns="0" spcFirstLastPara="1" rIns="91425" wrap="square" tIns="91425">
            <a:noAutofit/>
          </a:bodyPr>
          <a:lstStyle/>
          <a:p>
            <a:pPr indent="0" lvl="0" marL="0" rtl="0" algn="l">
              <a:lnSpc>
                <a:spcPct val="90000"/>
              </a:lnSpc>
              <a:spcBef>
                <a:spcPts val="0"/>
              </a:spcBef>
              <a:spcAft>
                <a:spcPts val="0"/>
              </a:spcAft>
              <a:buNone/>
            </a:pPr>
            <a:r>
              <a:rPr b="1" lang="zh-TW" sz="2200">
                <a:solidFill>
                  <a:schemeClr val="dk1"/>
                </a:solidFill>
                <a:latin typeface="Hanken Grotesk"/>
                <a:ea typeface="Hanken Grotesk"/>
                <a:cs typeface="Hanken Grotesk"/>
                <a:sym typeface="Hanken Grotesk"/>
              </a:rPr>
              <a:t>System Integration</a:t>
            </a:r>
            <a:endParaRPr b="1" sz="2200">
              <a:solidFill>
                <a:schemeClr val="dk1"/>
              </a:solidFill>
              <a:latin typeface="Hanken Grotesk"/>
              <a:ea typeface="Hanken Grotesk"/>
              <a:cs typeface="Hanken Grotesk"/>
              <a:sym typeface="Hanken Grotesk"/>
            </a:endParaRPr>
          </a:p>
        </p:txBody>
      </p:sp>
      <p:sp>
        <p:nvSpPr>
          <p:cNvPr descr="chapter" id="731" name="Google Shape;731;p97"/>
          <p:cNvSpPr txBox="1"/>
          <p:nvPr/>
        </p:nvSpPr>
        <p:spPr>
          <a:xfrm>
            <a:off x="311700" y="197800"/>
            <a:ext cx="4189200" cy="247200"/>
          </a:xfrm>
          <a:prstGeom prst="rect">
            <a:avLst/>
          </a:prstGeom>
          <a:noFill/>
          <a:ln>
            <a:noFill/>
          </a:ln>
        </p:spPr>
        <p:txBody>
          <a:bodyPr anchorCtr="0" anchor="ctr" bIns="45700" lIns="9125" spcFirstLastPara="1" rIns="91425" wrap="square" tIns="45700">
            <a:noAutofit/>
          </a:bodyPr>
          <a:lstStyle/>
          <a:p>
            <a:pPr indent="0" lvl="0" marL="0" rtl="0" algn="l">
              <a:lnSpc>
                <a:spcPct val="150000"/>
              </a:lnSpc>
              <a:spcBef>
                <a:spcPts val="900"/>
              </a:spcBef>
              <a:spcAft>
                <a:spcPts val="1200"/>
              </a:spcAft>
              <a:buNone/>
            </a:pPr>
            <a:r>
              <a:rPr lang="zh-TW" sz="1000">
                <a:solidFill>
                  <a:schemeClr val="dk2"/>
                </a:solidFill>
                <a:latin typeface="Hanken Grotesk Medium"/>
                <a:ea typeface="Hanken Grotesk Medium"/>
                <a:cs typeface="Hanken Grotesk Medium"/>
                <a:sym typeface="Hanken Grotesk Medium"/>
              </a:rPr>
              <a:t>Integration</a:t>
            </a:r>
            <a:endParaRPr sz="1000">
              <a:solidFill>
                <a:schemeClr val="dk2"/>
              </a:solidFill>
              <a:latin typeface="Hanken Grotesk Medium"/>
              <a:ea typeface="Hanken Grotesk Medium"/>
              <a:cs typeface="Hanken Grotesk Medium"/>
              <a:sym typeface="Hanken Grotesk Medium"/>
            </a:endParaRPr>
          </a:p>
        </p:txBody>
      </p:sp>
      <p:sp>
        <p:nvSpPr>
          <p:cNvPr descr="detail_0" id="732" name="Google Shape;732;p97"/>
          <p:cNvSpPr txBox="1"/>
          <p:nvPr>
            <p:ph idx="4294967295" type="body"/>
          </p:nvPr>
        </p:nvSpPr>
        <p:spPr>
          <a:xfrm>
            <a:off x="4643150" y="489431"/>
            <a:ext cx="4189200" cy="11460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1200"/>
              </a:spcAft>
              <a:buNone/>
            </a:pPr>
            <a:r>
              <a:rPr lang="zh-TW" sz="1000"/>
              <a:t>Manages core data structures including menuHashTable, menuBST, and orderQueue for maintaining data integrity.</a:t>
            </a:r>
            <a:endParaRPr sz="1000">
              <a:latin typeface="Hanken Grotesk"/>
              <a:ea typeface="Hanken Grotesk"/>
              <a:cs typeface="Hanken Grotesk"/>
              <a:sym typeface="Hanken Grotesk"/>
            </a:endParaRPr>
          </a:p>
        </p:txBody>
      </p:sp>
      <p:sp>
        <p:nvSpPr>
          <p:cNvPr descr="header_0" id="733" name="Google Shape;733;p97"/>
          <p:cNvSpPr txBox="1"/>
          <p:nvPr>
            <p:ph idx="4294967295" type="subTitle"/>
          </p:nvPr>
        </p:nvSpPr>
        <p:spPr>
          <a:xfrm>
            <a:off x="4643150" y="197800"/>
            <a:ext cx="4189200" cy="335700"/>
          </a:xfrm>
          <a:prstGeom prst="rect">
            <a:avLst/>
          </a:prstGeom>
          <a:noFill/>
        </p:spPr>
        <p:txBody>
          <a:bodyPr anchorCtr="0" anchor="ctr" bIns="91425" lIns="0" spcFirstLastPara="1" rIns="91425" wrap="square" tIns="91425">
            <a:noAutofit/>
          </a:bodyPr>
          <a:lstStyle/>
          <a:p>
            <a:pPr indent="0" lvl="0" marL="0" rtl="0" algn="l">
              <a:lnSpc>
                <a:spcPct val="100000"/>
              </a:lnSpc>
              <a:spcBef>
                <a:spcPts val="0"/>
              </a:spcBef>
              <a:spcAft>
                <a:spcPts val="1200"/>
              </a:spcAft>
              <a:buNone/>
            </a:pPr>
            <a:r>
              <a:rPr b="1" lang="zh-TW">
                <a:solidFill>
                  <a:schemeClr val="accent1"/>
                </a:solidFill>
              </a:rPr>
              <a:t>DataManager Central Hub</a:t>
            </a:r>
            <a:endParaRPr b="1">
              <a:solidFill>
                <a:schemeClr val="accent1"/>
              </a:solidFill>
            </a:endParaRPr>
          </a:p>
        </p:txBody>
      </p:sp>
      <p:sp>
        <p:nvSpPr>
          <p:cNvPr descr="detail_1" id="734" name="Google Shape;734;p97"/>
          <p:cNvSpPr txBox="1"/>
          <p:nvPr>
            <p:ph idx="4294967295" type="body"/>
          </p:nvPr>
        </p:nvSpPr>
        <p:spPr>
          <a:xfrm>
            <a:off x="4643150" y="1999493"/>
            <a:ext cx="4189200" cy="11460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1200"/>
              </a:spcAft>
              <a:buNone/>
            </a:pPr>
            <a:r>
              <a:rPr lang="zh-TW" sz="1000"/>
              <a:t>Provides a single interface for CRUD operations, data validation, and search functionality, coordinating updates between Hash Table and BST to maintain data consistency.</a:t>
            </a:r>
            <a:endParaRPr sz="1000">
              <a:latin typeface="Hanken Grotesk"/>
              <a:ea typeface="Hanken Grotesk"/>
              <a:cs typeface="Hanken Grotesk"/>
              <a:sym typeface="Hanken Grotesk"/>
            </a:endParaRPr>
          </a:p>
        </p:txBody>
      </p:sp>
      <p:sp>
        <p:nvSpPr>
          <p:cNvPr descr="header_1" id="735" name="Google Shape;735;p97"/>
          <p:cNvSpPr txBox="1"/>
          <p:nvPr>
            <p:ph idx="4294967295" type="body"/>
          </p:nvPr>
        </p:nvSpPr>
        <p:spPr>
          <a:xfrm>
            <a:off x="4643150" y="1707861"/>
            <a:ext cx="4189200" cy="335700"/>
          </a:xfrm>
          <a:prstGeom prst="rect">
            <a:avLst/>
          </a:prstGeom>
          <a:noFill/>
        </p:spPr>
        <p:txBody>
          <a:bodyPr anchorCtr="0" anchor="ctr" bIns="91425" lIns="0" spcFirstLastPara="1" rIns="91425" wrap="square" tIns="91425">
            <a:noAutofit/>
          </a:bodyPr>
          <a:lstStyle/>
          <a:p>
            <a:pPr indent="0" lvl="0" marL="0" rtl="0" algn="l">
              <a:lnSpc>
                <a:spcPct val="100000"/>
              </a:lnSpc>
              <a:spcBef>
                <a:spcPts val="0"/>
              </a:spcBef>
              <a:spcAft>
                <a:spcPts val="1200"/>
              </a:spcAft>
              <a:buNone/>
            </a:pPr>
            <a:r>
              <a:rPr b="1" lang="zh-TW">
                <a:solidFill>
                  <a:schemeClr val="accent1"/>
                </a:solidFill>
              </a:rPr>
              <a:t>MenuService</a:t>
            </a:r>
            <a:endParaRPr b="1">
              <a:solidFill>
                <a:schemeClr val="accent1"/>
              </a:solidFill>
            </a:endParaRPr>
          </a:p>
        </p:txBody>
      </p:sp>
      <p:sp>
        <p:nvSpPr>
          <p:cNvPr descr="detail_2" id="736" name="Google Shape;736;p97"/>
          <p:cNvSpPr txBox="1"/>
          <p:nvPr>
            <p:ph idx="4294967295" type="body"/>
          </p:nvPr>
        </p:nvSpPr>
        <p:spPr>
          <a:xfrm>
            <a:off x="4643150" y="3509554"/>
            <a:ext cx="4189200" cy="11460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1200"/>
              </a:spcAft>
              <a:buNone/>
            </a:pPr>
            <a:r>
              <a:rPr lang="zh-TW" sz="1000"/>
              <a:t>New menu items are validated, added to the menuHashTable for quick access, inserted into the menuBST to maintain sorted order, and the GUI is updated to reflect changes immediately.</a:t>
            </a:r>
            <a:endParaRPr sz="1000">
              <a:latin typeface="Hanken Grotesk"/>
              <a:ea typeface="Hanken Grotesk"/>
              <a:cs typeface="Hanken Grotesk"/>
              <a:sym typeface="Hanken Grotesk"/>
            </a:endParaRPr>
          </a:p>
        </p:txBody>
      </p:sp>
      <p:sp>
        <p:nvSpPr>
          <p:cNvPr descr="header_2" id="737" name="Google Shape;737;p97"/>
          <p:cNvSpPr txBox="1"/>
          <p:nvPr>
            <p:ph idx="4294967295" type="body"/>
          </p:nvPr>
        </p:nvSpPr>
        <p:spPr>
          <a:xfrm>
            <a:off x="4643150" y="3217923"/>
            <a:ext cx="4189200" cy="335700"/>
          </a:xfrm>
          <a:prstGeom prst="rect">
            <a:avLst/>
          </a:prstGeom>
          <a:noFill/>
        </p:spPr>
        <p:txBody>
          <a:bodyPr anchorCtr="0" anchor="ctr" bIns="91425" lIns="0" spcFirstLastPara="1" rIns="91425" wrap="square" tIns="91425">
            <a:noAutofit/>
          </a:bodyPr>
          <a:lstStyle/>
          <a:p>
            <a:pPr indent="0" lvl="0" marL="0" rtl="0" algn="l">
              <a:lnSpc>
                <a:spcPct val="100000"/>
              </a:lnSpc>
              <a:spcBef>
                <a:spcPts val="0"/>
              </a:spcBef>
              <a:spcAft>
                <a:spcPts val="1200"/>
              </a:spcAft>
              <a:buNone/>
            </a:pPr>
            <a:r>
              <a:rPr b="1" lang="zh-TW">
                <a:solidFill>
                  <a:schemeClr val="accent1"/>
                </a:solidFill>
              </a:rPr>
              <a:t>Integration Flow</a:t>
            </a:r>
            <a:endParaRPr b="1">
              <a:solidFill>
                <a:schemeClr val="accent1"/>
              </a:solidFill>
            </a:endParaRPr>
          </a:p>
        </p:txBody>
      </p:sp>
      <p:pic>
        <p:nvPicPr>
          <p:cNvPr descr="logo" id="738" name="Google Shape;738;p97"/>
          <p:cNvPicPr preferRelativeResize="0"/>
          <p:nvPr/>
        </p:nvPicPr>
        <p:blipFill>
          <a:blip r:embed="rId4">
            <a:alphaModFix/>
          </a:blip>
          <a:stretch>
            <a:fillRect/>
          </a:stretch>
        </p:blipFill>
        <p:spPr>
          <a:xfrm>
            <a:off x="311700" y="4799400"/>
            <a:ext cx="1805026" cy="1920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98"/>
          <p:cNvSpPr/>
          <p:nvPr/>
        </p:nvSpPr>
        <p:spPr>
          <a:xfrm>
            <a:off x="3198246" y="198475"/>
            <a:ext cx="5784900" cy="2304300"/>
          </a:xfrm>
          <a:prstGeom prst="roundRect">
            <a:avLst>
              <a:gd fmla="val 304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744" name="Google Shape;744;p98"/>
          <p:cNvSpPr/>
          <p:nvPr/>
        </p:nvSpPr>
        <p:spPr>
          <a:xfrm>
            <a:off x="3199483" y="2640750"/>
            <a:ext cx="5784900" cy="2304300"/>
          </a:xfrm>
          <a:prstGeom prst="roundRect">
            <a:avLst>
              <a:gd fmla="val 304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descr="header_0" id="745" name="Google Shape;745;p98"/>
          <p:cNvSpPr txBox="1"/>
          <p:nvPr/>
        </p:nvSpPr>
        <p:spPr>
          <a:xfrm>
            <a:off x="3616750" y="342900"/>
            <a:ext cx="1305000" cy="2160000"/>
          </a:xfrm>
          <a:prstGeom prst="rect">
            <a:avLst/>
          </a:prstGeom>
          <a:noFill/>
          <a:ln>
            <a:noFill/>
          </a:ln>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sz="1200">
                <a:solidFill>
                  <a:schemeClr val="dk1"/>
                </a:solidFill>
                <a:latin typeface="Hanken Grotesk"/>
                <a:ea typeface="Hanken Grotesk"/>
                <a:cs typeface="Hanken Grotesk"/>
                <a:sym typeface="Hanken Grotesk"/>
              </a:rPr>
              <a:t>Development Environment &amp; Architecture</a:t>
            </a:r>
            <a:endParaRPr b="1" sz="1200">
              <a:solidFill>
                <a:schemeClr val="dk1"/>
              </a:solidFill>
              <a:latin typeface="Hanken Grotesk"/>
              <a:ea typeface="Hanken Grotesk"/>
              <a:cs typeface="Hanken Grotesk"/>
              <a:sym typeface="Hanken Grotesk"/>
            </a:endParaRPr>
          </a:p>
        </p:txBody>
      </p:sp>
      <p:sp>
        <p:nvSpPr>
          <p:cNvPr descr="detail_0" id="746" name="Google Shape;746;p98"/>
          <p:cNvSpPr txBox="1"/>
          <p:nvPr/>
        </p:nvSpPr>
        <p:spPr>
          <a:xfrm>
            <a:off x="4921821" y="342900"/>
            <a:ext cx="3910500" cy="2160000"/>
          </a:xfrm>
          <a:prstGeom prst="rect">
            <a:avLst/>
          </a:prstGeom>
          <a:noFill/>
          <a:ln>
            <a:noFill/>
          </a:ln>
        </p:spPr>
        <p:txBody>
          <a:bodyPr anchorCtr="0" anchor="t" bIns="91425" lIns="0" spcFirstLastPara="1" rIns="91425" wrap="square" tIns="45700">
            <a:noAutofit/>
          </a:bodyPr>
          <a:lstStyle/>
          <a:p>
            <a:pPr indent="-234950" lvl="0" marL="285750" rtl="0" algn="l">
              <a:lnSpc>
                <a:spcPct val="115000"/>
              </a:lnSpc>
              <a:spcBef>
                <a:spcPts val="0"/>
              </a:spcBef>
              <a:spcAft>
                <a:spcPts val="0"/>
              </a:spcAft>
              <a:buClr>
                <a:schemeClr val="accent1"/>
              </a:buClr>
              <a:buSzPts val="1000"/>
              <a:buFont typeface="Hanken Grotesk"/>
              <a:buChar char="•"/>
            </a:pPr>
            <a:r>
              <a:rPr lang="zh-TW" sz="1000">
                <a:solidFill>
                  <a:schemeClr val="dk1"/>
                </a:solidFill>
                <a:latin typeface="Hanken Grotesk"/>
                <a:ea typeface="Hanken Grotesk"/>
                <a:cs typeface="Hanken Grotesk"/>
                <a:sym typeface="Hanken Grotesk"/>
              </a:rPr>
              <a:t>Built using Java for robustness</a:t>
            </a:r>
            <a:endParaRPr sz="1000">
              <a:solidFill>
                <a:schemeClr val="dk1"/>
              </a:solidFill>
              <a:latin typeface="Hanken Grotesk"/>
              <a:ea typeface="Hanken Grotesk"/>
              <a:cs typeface="Hanken Grotesk"/>
              <a:sym typeface="Hanken Grotesk"/>
            </a:endParaRPr>
          </a:p>
          <a:p>
            <a:pPr indent="-234950" lvl="0" marL="285750" rtl="0" algn="l">
              <a:lnSpc>
                <a:spcPct val="115000"/>
              </a:lnSpc>
              <a:spcBef>
                <a:spcPts val="800"/>
              </a:spcBef>
              <a:spcAft>
                <a:spcPts val="0"/>
              </a:spcAft>
              <a:buClr>
                <a:schemeClr val="accent1"/>
              </a:buClr>
              <a:buSzPts val="1000"/>
              <a:buFont typeface="Hanken Grotesk"/>
              <a:buChar char="•"/>
            </a:pPr>
            <a:r>
              <a:rPr lang="zh-TW" sz="1000">
                <a:solidFill>
                  <a:schemeClr val="dk1"/>
                </a:solidFill>
                <a:latin typeface="Hanken Grotesk"/>
                <a:ea typeface="Hanken Grotesk"/>
                <a:cs typeface="Hanken Grotesk"/>
                <a:sym typeface="Hanken Grotesk"/>
              </a:rPr>
              <a:t>JavaFX for interactive GUI</a:t>
            </a:r>
            <a:endParaRPr sz="1000">
              <a:solidFill>
                <a:schemeClr val="dk1"/>
              </a:solidFill>
              <a:latin typeface="Hanken Grotesk"/>
              <a:ea typeface="Hanken Grotesk"/>
              <a:cs typeface="Hanken Grotesk"/>
              <a:sym typeface="Hanken Grotesk"/>
            </a:endParaRPr>
          </a:p>
          <a:p>
            <a:pPr indent="-234950" lvl="0" marL="285750" rtl="0" algn="l">
              <a:lnSpc>
                <a:spcPct val="115000"/>
              </a:lnSpc>
              <a:spcBef>
                <a:spcPts val="800"/>
              </a:spcBef>
              <a:spcAft>
                <a:spcPts val="0"/>
              </a:spcAft>
              <a:buClr>
                <a:schemeClr val="accent1"/>
              </a:buClr>
              <a:buSzPts val="1000"/>
              <a:buFont typeface="Hanken Grotesk"/>
              <a:buChar char="•"/>
            </a:pPr>
            <a:r>
              <a:rPr lang="zh-TW" sz="1000">
                <a:solidFill>
                  <a:schemeClr val="dk1"/>
                </a:solidFill>
                <a:latin typeface="Hanken Grotesk"/>
                <a:ea typeface="Hanken Grotesk"/>
                <a:cs typeface="Hanken Grotesk"/>
                <a:sym typeface="Hanken Grotesk"/>
              </a:rPr>
              <a:t>Eclipse IDE for development</a:t>
            </a:r>
            <a:endParaRPr sz="1000">
              <a:solidFill>
                <a:schemeClr val="dk1"/>
              </a:solidFill>
              <a:latin typeface="Hanken Grotesk"/>
              <a:ea typeface="Hanken Grotesk"/>
              <a:cs typeface="Hanken Grotesk"/>
              <a:sym typeface="Hanken Grotesk"/>
            </a:endParaRPr>
          </a:p>
          <a:p>
            <a:pPr indent="-234950" lvl="0" marL="285750" rtl="0" algn="l">
              <a:lnSpc>
                <a:spcPct val="115000"/>
              </a:lnSpc>
              <a:spcBef>
                <a:spcPts val="800"/>
              </a:spcBef>
              <a:spcAft>
                <a:spcPts val="800"/>
              </a:spcAft>
              <a:buClr>
                <a:schemeClr val="accent1"/>
              </a:buClr>
              <a:buSzPts val="1000"/>
              <a:buFont typeface="Hanken Grotesk"/>
              <a:buChar char="•"/>
            </a:pPr>
            <a:r>
              <a:rPr lang="zh-TW" sz="1000">
                <a:solidFill>
                  <a:schemeClr val="dk1"/>
                </a:solidFill>
                <a:latin typeface="Hanken Grotesk"/>
                <a:ea typeface="Hanken Grotesk"/>
                <a:cs typeface="Hanken Grotesk"/>
                <a:sym typeface="Hanken Grotesk"/>
              </a:rPr>
              <a:t>Follows MVC design pattern (Model, View, Controller)</a:t>
            </a:r>
            <a:endParaRPr sz="1000">
              <a:solidFill>
                <a:schemeClr val="dk1"/>
              </a:solidFill>
              <a:latin typeface="Hanken Grotesk"/>
              <a:ea typeface="Hanken Grotesk"/>
              <a:cs typeface="Hanken Grotesk"/>
              <a:sym typeface="Hanken Grotesk"/>
            </a:endParaRPr>
          </a:p>
        </p:txBody>
      </p:sp>
      <p:sp>
        <p:nvSpPr>
          <p:cNvPr descr="detail_1" id="747" name="Google Shape;747;p98"/>
          <p:cNvSpPr txBox="1"/>
          <p:nvPr/>
        </p:nvSpPr>
        <p:spPr>
          <a:xfrm>
            <a:off x="4921833" y="2785700"/>
            <a:ext cx="3910500" cy="2160000"/>
          </a:xfrm>
          <a:prstGeom prst="rect">
            <a:avLst/>
          </a:prstGeom>
          <a:noFill/>
          <a:ln>
            <a:noFill/>
          </a:ln>
        </p:spPr>
        <p:txBody>
          <a:bodyPr anchorCtr="0" anchor="t" bIns="91425" lIns="0" spcFirstLastPara="1" rIns="91425" wrap="square" tIns="45700">
            <a:noAutofit/>
          </a:bodyPr>
          <a:lstStyle/>
          <a:p>
            <a:pPr indent="-234950" lvl="0" marL="285750" rtl="0" algn="l">
              <a:lnSpc>
                <a:spcPct val="115000"/>
              </a:lnSpc>
              <a:spcBef>
                <a:spcPts val="0"/>
              </a:spcBef>
              <a:spcAft>
                <a:spcPts val="0"/>
              </a:spcAft>
              <a:buClr>
                <a:schemeClr val="accent1"/>
              </a:buClr>
              <a:buSzPts val="1000"/>
              <a:buFont typeface="Hanken Grotesk"/>
              <a:buChar char="•"/>
            </a:pPr>
            <a:r>
              <a:rPr lang="zh-TW" sz="1000">
                <a:solidFill>
                  <a:schemeClr val="dk1"/>
                </a:solidFill>
                <a:latin typeface="Hanken Grotesk"/>
                <a:ea typeface="Hanken Grotesk"/>
                <a:cs typeface="Hanken Grotesk"/>
                <a:sym typeface="Hanken Grotesk"/>
              </a:rPr>
              <a:t>Model: MenuItem, Order, OrderItem classes</a:t>
            </a:r>
            <a:endParaRPr sz="1000">
              <a:solidFill>
                <a:schemeClr val="dk1"/>
              </a:solidFill>
              <a:latin typeface="Hanken Grotesk"/>
              <a:ea typeface="Hanken Grotesk"/>
              <a:cs typeface="Hanken Grotesk"/>
              <a:sym typeface="Hanken Grotesk"/>
            </a:endParaRPr>
          </a:p>
          <a:p>
            <a:pPr indent="-234950" lvl="0" marL="285750" rtl="0" algn="l">
              <a:lnSpc>
                <a:spcPct val="115000"/>
              </a:lnSpc>
              <a:spcBef>
                <a:spcPts val="800"/>
              </a:spcBef>
              <a:spcAft>
                <a:spcPts val="0"/>
              </a:spcAft>
              <a:buClr>
                <a:schemeClr val="accent1"/>
              </a:buClr>
              <a:buSzPts val="1000"/>
              <a:buFont typeface="Hanken Grotesk"/>
              <a:buChar char="•"/>
            </a:pPr>
            <a:r>
              <a:rPr lang="zh-TW" sz="1000">
                <a:solidFill>
                  <a:schemeClr val="dk1"/>
                </a:solidFill>
                <a:latin typeface="Hanken Grotesk"/>
                <a:ea typeface="Hanken Grotesk"/>
                <a:cs typeface="Hanken Grotesk"/>
                <a:sym typeface="Hanken Grotesk"/>
              </a:rPr>
              <a:t>View: JavaFX pages with TableView, ListView, ComboBox</a:t>
            </a:r>
            <a:endParaRPr sz="1000">
              <a:solidFill>
                <a:schemeClr val="dk1"/>
              </a:solidFill>
              <a:latin typeface="Hanken Grotesk"/>
              <a:ea typeface="Hanken Grotesk"/>
              <a:cs typeface="Hanken Grotesk"/>
              <a:sym typeface="Hanken Grotesk"/>
            </a:endParaRPr>
          </a:p>
          <a:p>
            <a:pPr indent="-234950" lvl="0" marL="285750" rtl="0" algn="l">
              <a:lnSpc>
                <a:spcPct val="115000"/>
              </a:lnSpc>
              <a:spcBef>
                <a:spcPts val="800"/>
              </a:spcBef>
              <a:spcAft>
                <a:spcPts val="0"/>
              </a:spcAft>
              <a:buClr>
                <a:schemeClr val="accent1"/>
              </a:buClr>
              <a:buSzPts val="1000"/>
              <a:buFont typeface="Hanken Grotesk"/>
              <a:buChar char="•"/>
            </a:pPr>
            <a:r>
              <a:rPr lang="zh-TW" sz="1000">
                <a:solidFill>
                  <a:schemeClr val="dk1"/>
                </a:solidFill>
                <a:latin typeface="Hanken Grotesk"/>
                <a:ea typeface="Hanken Grotesk"/>
                <a:cs typeface="Hanken Grotesk"/>
                <a:sym typeface="Hanken Grotesk"/>
              </a:rPr>
              <a:t>Controller: event handlers for user actions</a:t>
            </a:r>
            <a:endParaRPr sz="1000">
              <a:solidFill>
                <a:schemeClr val="dk1"/>
              </a:solidFill>
              <a:latin typeface="Hanken Grotesk"/>
              <a:ea typeface="Hanken Grotesk"/>
              <a:cs typeface="Hanken Grotesk"/>
              <a:sym typeface="Hanken Grotesk"/>
            </a:endParaRPr>
          </a:p>
          <a:p>
            <a:pPr indent="-234950" lvl="0" marL="285750" rtl="0" algn="l">
              <a:lnSpc>
                <a:spcPct val="115000"/>
              </a:lnSpc>
              <a:spcBef>
                <a:spcPts val="800"/>
              </a:spcBef>
              <a:spcAft>
                <a:spcPts val="0"/>
              </a:spcAft>
              <a:buClr>
                <a:schemeClr val="accent1"/>
              </a:buClr>
              <a:buSzPts val="1000"/>
              <a:buFont typeface="Hanken Grotesk"/>
              <a:buChar char="•"/>
            </a:pPr>
            <a:r>
              <a:rPr lang="zh-TW" sz="1000">
                <a:solidFill>
                  <a:schemeClr val="dk1"/>
                </a:solidFill>
                <a:latin typeface="Hanken Grotesk"/>
                <a:ea typeface="Hanken Grotesk"/>
                <a:cs typeface="Hanken Grotesk"/>
                <a:sym typeface="Hanken Grotesk"/>
              </a:rPr>
              <a:t>Service: business logic and coordination</a:t>
            </a:r>
            <a:endParaRPr sz="1000">
              <a:solidFill>
                <a:schemeClr val="dk1"/>
              </a:solidFill>
              <a:latin typeface="Hanken Grotesk"/>
              <a:ea typeface="Hanken Grotesk"/>
              <a:cs typeface="Hanken Grotesk"/>
              <a:sym typeface="Hanken Grotesk"/>
            </a:endParaRPr>
          </a:p>
          <a:p>
            <a:pPr indent="-234950" lvl="0" marL="285750" rtl="0" algn="l">
              <a:lnSpc>
                <a:spcPct val="115000"/>
              </a:lnSpc>
              <a:spcBef>
                <a:spcPts val="800"/>
              </a:spcBef>
              <a:spcAft>
                <a:spcPts val="0"/>
              </a:spcAft>
              <a:buClr>
                <a:schemeClr val="accent1"/>
              </a:buClr>
              <a:buSzPts val="1000"/>
              <a:buFont typeface="Hanken Grotesk"/>
              <a:buChar char="•"/>
            </a:pPr>
            <a:r>
              <a:rPr lang="zh-TW" sz="1000">
                <a:solidFill>
                  <a:schemeClr val="dk1"/>
                </a:solidFill>
                <a:latin typeface="Hanken Grotesk"/>
                <a:ea typeface="Hanken Grotesk"/>
                <a:cs typeface="Hanken Grotesk"/>
                <a:sym typeface="Hanken Grotesk"/>
              </a:rPr>
              <a:t>ADTs: HashTableInterface, PriorityQueueInterface, BSTInterface</a:t>
            </a:r>
            <a:endParaRPr sz="1000">
              <a:solidFill>
                <a:schemeClr val="dk1"/>
              </a:solidFill>
              <a:latin typeface="Hanken Grotesk"/>
              <a:ea typeface="Hanken Grotesk"/>
              <a:cs typeface="Hanken Grotesk"/>
              <a:sym typeface="Hanken Grotesk"/>
            </a:endParaRPr>
          </a:p>
          <a:p>
            <a:pPr indent="-234950" lvl="0" marL="285750" rtl="0" algn="l">
              <a:lnSpc>
                <a:spcPct val="115000"/>
              </a:lnSpc>
              <a:spcBef>
                <a:spcPts val="800"/>
              </a:spcBef>
              <a:spcAft>
                <a:spcPts val="800"/>
              </a:spcAft>
              <a:buClr>
                <a:schemeClr val="dk1"/>
              </a:buClr>
              <a:buSzPts val="1000"/>
              <a:buFont typeface="Hanken Grotesk"/>
              <a:buChar char="•"/>
            </a:pPr>
            <a:r>
              <a:rPr lang="zh-TW" sz="1000">
                <a:solidFill>
                  <a:schemeClr val="dk1"/>
                </a:solidFill>
                <a:latin typeface="Hanken Grotesk"/>
                <a:ea typeface="Hanken Grotesk"/>
                <a:cs typeface="Hanken Grotesk"/>
                <a:sym typeface="Hanken Grotesk"/>
              </a:rPr>
              <a:t>Implementation: data structure for custom ADTs</a:t>
            </a:r>
            <a:endParaRPr sz="1000">
              <a:solidFill>
                <a:schemeClr val="dk1"/>
              </a:solidFill>
              <a:latin typeface="Hanken Grotesk"/>
              <a:ea typeface="Hanken Grotesk"/>
              <a:cs typeface="Hanken Grotesk"/>
              <a:sym typeface="Hanken Grotesk"/>
            </a:endParaRPr>
          </a:p>
        </p:txBody>
      </p:sp>
      <p:sp>
        <p:nvSpPr>
          <p:cNvPr descr="header_1" id="748" name="Google Shape;748;p98"/>
          <p:cNvSpPr txBox="1"/>
          <p:nvPr/>
        </p:nvSpPr>
        <p:spPr>
          <a:xfrm>
            <a:off x="3616763" y="2785702"/>
            <a:ext cx="1305000" cy="2160000"/>
          </a:xfrm>
          <a:prstGeom prst="rect">
            <a:avLst/>
          </a:prstGeom>
          <a:noFill/>
          <a:ln>
            <a:noFill/>
          </a:ln>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sz="1200">
                <a:solidFill>
                  <a:schemeClr val="dk1"/>
                </a:solidFill>
                <a:latin typeface="Hanken Grotesk"/>
                <a:ea typeface="Hanken Grotesk"/>
                <a:cs typeface="Hanken Grotesk"/>
                <a:sym typeface="Hanken Grotesk"/>
              </a:rPr>
              <a:t>Code Structure &amp; Tools</a:t>
            </a:r>
            <a:endParaRPr b="1" sz="1200">
              <a:solidFill>
                <a:schemeClr val="dk1"/>
              </a:solidFill>
              <a:latin typeface="Hanken Grotesk"/>
              <a:ea typeface="Hanken Grotesk"/>
              <a:cs typeface="Hanken Grotesk"/>
              <a:sym typeface="Hanken Grotesk"/>
            </a:endParaRPr>
          </a:p>
        </p:txBody>
      </p:sp>
      <p:pic>
        <p:nvPicPr>
          <p:cNvPr id="749" name="Google Shape;749;p98"/>
          <p:cNvPicPr preferRelativeResize="0"/>
          <p:nvPr/>
        </p:nvPicPr>
        <p:blipFill>
          <a:blip r:embed="rId3">
            <a:alphaModFix/>
          </a:blip>
          <a:stretch>
            <a:fillRect/>
          </a:stretch>
        </p:blipFill>
        <p:spPr>
          <a:xfrm>
            <a:off x="3314550" y="2822275"/>
            <a:ext cx="182880" cy="182880"/>
          </a:xfrm>
          <a:prstGeom prst="rect">
            <a:avLst/>
          </a:prstGeom>
          <a:noFill/>
          <a:ln cap="flat" cmpd="sng" w="9525">
            <a:solidFill>
              <a:srgbClr val="4340FF">
                <a:alpha val="0"/>
              </a:srgbClr>
            </a:solidFill>
            <a:prstDash val="solid"/>
            <a:round/>
            <a:headEnd len="sm" w="sm" type="none"/>
            <a:tailEnd len="sm" w="sm" type="none"/>
          </a:ln>
        </p:spPr>
      </p:pic>
      <p:pic>
        <p:nvPicPr>
          <p:cNvPr id="750" name="Google Shape;750;p98"/>
          <p:cNvPicPr preferRelativeResize="0"/>
          <p:nvPr/>
        </p:nvPicPr>
        <p:blipFill>
          <a:blip r:embed="rId4">
            <a:alphaModFix/>
          </a:blip>
          <a:stretch>
            <a:fillRect/>
          </a:stretch>
        </p:blipFill>
        <p:spPr>
          <a:xfrm>
            <a:off x="3314538" y="362400"/>
            <a:ext cx="182880" cy="182880"/>
          </a:xfrm>
          <a:prstGeom prst="rect">
            <a:avLst/>
          </a:prstGeom>
          <a:noFill/>
          <a:ln cap="flat" cmpd="sng" w="9525">
            <a:solidFill>
              <a:srgbClr val="4340FF">
                <a:alpha val="0"/>
              </a:srgbClr>
            </a:solidFill>
            <a:prstDash val="solid"/>
            <a:round/>
            <a:headEnd len="sm" w="sm" type="none"/>
            <a:tailEnd len="sm" w="sm" type="none"/>
          </a:ln>
        </p:spPr>
      </p:pic>
      <p:sp>
        <p:nvSpPr>
          <p:cNvPr descr="title" id="751" name="Google Shape;751;p98"/>
          <p:cNvSpPr txBox="1"/>
          <p:nvPr>
            <p:ph idx="4294967295" type="title"/>
          </p:nvPr>
        </p:nvSpPr>
        <p:spPr>
          <a:xfrm>
            <a:off x="311700" y="444125"/>
            <a:ext cx="2747400" cy="42114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zh-TW"/>
              <a:t>Implementation Details</a:t>
            </a:r>
            <a:endParaRPr/>
          </a:p>
        </p:txBody>
      </p:sp>
      <p:sp>
        <p:nvSpPr>
          <p:cNvPr descr="chapter" id="752" name="Google Shape;752;p98"/>
          <p:cNvSpPr txBox="1"/>
          <p:nvPr/>
        </p:nvSpPr>
        <p:spPr>
          <a:xfrm>
            <a:off x="311700" y="197800"/>
            <a:ext cx="2747400" cy="247200"/>
          </a:xfrm>
          <a:prstGeom prst="rect">
            <a:avLst/>
          </a:prstGeom>
          <a:noFill/>
          <a:ln>
            <a:noFill/>
          </a:ln>
        </p:spPr>
        <p:txBody>
          <a:bodyPr anchorCtr="0" anchor="ctr" bIns="45700" lIns="9125" spcFirstLastPara="1" rIns="91425" wrap="square" tIns="45700">
            <a:noAutofit/>
          </a:bodyPr>
          <a:lstStyle/>
          <a:p>
            <a:pPr indent="0" lvl="0" marL="0" rtl="0" algn="l">
              <a:lnSpc>
                <a:spcPct val="150000"/>
              </a:lnSpc>
              <a:spcBef>
                <a:spcPts val="900"/>
              </a:spcBef>
              <a:spcAft>
                <a:spcPts val="1200"/>
              </a:spcAft>
              <a:buNone/>
            </a:pPr>
            <a:r>
              <a:rPr lang="zh-TW" sz="1000">
                <a:solidFill>
                  <a:schemeClr val="dk2"/>
                </a:solidFill>
                <a:latin typeface="Hanken Grotesk Medium"/>
                <a:ea typeface="Hanken Grotesk Medium"/>
                <a:cs typeface="Hanken Grotesk Medium"/>
                <a:sym typeface="Hanken Grotesk Medium"/>
              </a:rPr>
              <a:t>Implementation</a:t>
            </a:r>
            <a:endParaRPr sz="1000">
              <a:solidFill>
                <a:schemeClr val="dk2"/>
              </a:solidFill>
              <a:latin typeface="Hanken Grotesk Medium"/>
              <a:ea typeface="Hanken Grotesk Medium"/>
              <a:cs typeface="Hanken Grotesk Medium"/>
              <a:sym typeface="Hanken Grotesk Medium"/>
            </a:endParaRPr>
          </a:p>
        </p:txBody>
      </p:sp>
      <p:pic>
        <p:nvPicPr>
          <p:cNvPr descr="logo" id="753" name="Google Shape;753;p98"/>
          <p:cNvPicPr preferRelativeResize="0"/>
          <p:nvPr/>
        </p:nvPicPr>
        <p:blipFill>
          <a:blip r:embed="rId5">
            <a:alphaModFix/>
          </a:blip>
          <a:stretch>
            <a:fillRect/>
          </a:stretch>
        </p:blipFill>
        <p:spPr>
          <a:xfrm>
            <a:off x="311700" y="4799400"/>
            <a:ext cx="1805026" cy="1920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99"/>
          <p:cNvSpPr/>
          <p:nvPr/>
        </p:nvSpPr>
        <p:spPr>
          <a:xfrm>
            <a:off x="3198250" y="197800"/>
            <a:ext cx="5786100" cy="4746600"/>
          </a:xfrm>
          <a:prstGeom prst="roundRect">
            <a:avLst>
              <a:gd fmla="val 166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descr="detail" id="759" name="Google Shape;759;p99"/>
          <p:cNvSpPr txBox="1"/>
          <p:nvPr/>
        </p:nvSpPr>
        <p:spPr>
          <a:xfrm>
            <a:off x="3338875" y="199598"/>
            <a:ext cx="5491800" cy="47430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lang="zh-TW" sz="1200">
                <a:solidFill>
                  <a:schemeClr val="dk1"/>
                </a:solidFill>
                <a:latin typeface="Hanken Grotesk"/>
                <a:ea typeface="Hanken Grotesk"/>
                <a:cs typeface="Hanken Grotesk"/>
                <a:sym typeface="Hanken Grotesk"/>
              </a:rPr>
              <a:t>The DineManager system is a fully functional restaurant management application with three integrated modules working seamlessly together.</a:t>
            </a:r>
            <a:endParaRPr sz="1200">
              <a:solidFill>
                <a:schemeClr val="dk1"/>
              </a:solidFill>
              <a:latin typeface="Hanken Grotesk"/>
              <a:ea typeface="Hanken Grotesk"/>
              <a:cs typeface="Hanken Grotesk"/>
              <a:sym typeface="Hanken Grotesk"/>
            </a:endParaRPr>
          </a:p>
          <a:p>
            <a:pPr indent="0" lvl="0" marL="0" rtl="0" algn="l">
              <a:lnSpc>
                <a:spcPct val="125000"/>
              </a:lnSpc>
              <a:spcBef>
                <a:spcPts val="800"/>
              </a:spcBef>
              <a:spcAft>
                <a:spcPts val="0"/>
              </a:spcAft>
              <a:buNone/>
            </a:pPr>
            <a:r>
              <a:t/>
            </a:r>
            <a:endParaRPr sz="1200">
              <a:solidFill>
                <a:schemeClr val="dk1"/>
              </a:solidFill>
              <a:latin typeface="Hanken Grotesk"/>
              <a:ea typeface="Hanken Grotesk"/>
              <a:cs typeface="Hanken Grotesk"/>
              <a:sym typeface="Hanken Grotesk"/>
            </a:endParaRPr>
          </a:p>
          <a:p>
            <a:pPr indent="0" lvl="0" marL="0" rtl="0" algn="l">
              <a:lnSpc>
                <a:spcPct val="125000"/>
              </a:lnSpc>
              <a:spcBef>
                <a:spcPts val="800"/>
              </a:spcBef>
              <a:spcAft>
                <a:spcPts val="0"/>
              </a:spcAft>
              <a:buNone/>
            </a:pPr>
            <a:r>
              <a:rPr lang="zh-TW" sz="1200">
                <a:solidFill>
                  <a:schemeClr val="dk1"/>
                </a:solidFill>
                <a:latin typeface="Hanken Grotesk"/>
                <a:ea typeface="Hanken Grotesk"/>
                <a:cs typeface="Hanken Grotesk"/>
                <a:sym typeface="Hanken Grotesk"/>
              </a:rPr>
              <a:t>The Customer Ordering interface provides an intuitive experience for browsing menus, managing cart items, and completing orders. The Kitchen Management module enables staff to track orders in real-time, update statuses efficiently, and manage both active and incoming orders with clear visibility. The Menu Management interface allows administrators to maintain and update menu items through a clean, organized dashboard.</a:t>
            </a:r>
            <a:endParaRPr sz="1200">
              <a:solidFill>
                <a:schemeClr val="dk1"/>
              </a:solidFill>
              <a:latin typeface="Hanken Grotesk"/>
              <a:ea typeface="Hanken Grotesk"/>
              <a:cs typeface="Hanken Grotesk"/>
              <a:sym typeface="Hanken Grotesk"/>
            </a:endParaRPr>
          </a:p>
          <a:p>
            <a:pPr indent="0" lvl="0" marL="0" rtl="0" algn="l">
              <a:lnSpc>
                <a:spcPct val="125000"/>
              </a:lnSpc>
              <a:spcBef>
                <a:spcPts val="800"/>
              </a:spcBef>
              <a:spcAft>
                <a:spcPts val="0"/>
              </a:spcAft>
              <a:buNone/>
            </a:pPr>
            <a:r>
              <a:t/>
            </a:r>
            <a:endParaRPr sz="1200">
              <a:solidFill>
                <a:schemeClr val="dk1"/>
              </a:solidFill>
              <a:latin typeface="Hanken Grotesk"/>
              <a:ea typeface="Hanken Grotesk"/>
              <a:cs typeface="Hanken Grotesk"/>
              <a:sym typeface="Hanken Grotesk"/>
            </a:endParaRPr>
          </a:p>
          <a:p>
            <a:pPr indent="0" lvl="0" marL="0" rtl="0" algn="l">
              <a:lnSpc>
                <a:spcPct val="125000"/>
              </a:lnSpc>
              <a:spcBef>
                <a:spcPts val="800"/>
              </a:spcBef>
              <a:spcAft>
                <a:spcPts val="800"/>
              </a:spcAft>
              <a:buNone/>
            </a:pPr>
            <a:r>
              <a:rPr lang="zh-TW" sz="1200">
                <a:solidFill>
                  <a:schemeClr val="dk1"/>
                </a:solidFill>
                <a:latin typeface="Hanken Grotesk"/>
                <a:ea typeface="Hanken Grotesk"/>
                <a:cs typeface="Hanken Grotesk"/>
                <a:sym typeface="Hanken Grotesk"/>
              </a:rPr>
              <a:t>Under the hood, custom-built data structures ensure optimal performance: O(1) hash table lookups for menu items, O(log n) priority queue operations for order processing, and sequential ArrayList storage for order history. The GUI maintains consistency across all modules with synchronized real-time updates, providing a smooth and responsive user experience</a:t>
            </a:r>
            <a:endParaRPr sz="1200">
              <a:solidFill>
                <a:schemeClr val="dk1"/>
              </a:solidFill>
              <a:latin typeface="Hanken Grotesk"/>
              <a:ea typeface="Hanken Grotesk"/>
              <a:cs typeface="Hanken Grotesk"/>
              <a:sym typeface="Hanken Grotesk"/>
            </a:endParaRPr>
          </a:p>
        </p:txBody>
      </p:sp>
      <p:sp>
        <p:nvSpPr>
          <p:cNvPr descr="title" id="760" name="Google Shape;760;p99"/>
          <p:cNvSpPr txBox="1"/>
          <p:nvPr>
            <p:ph type="title"/>
          </p:nvPr>
        </p:nvSpPr>
        <p:spPr>
          <a:xfrm>
            <a:off x="311700" y="444125"/>
            <a:ext cx="2747400" cy="42114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zh-TW"/>
              <a:t>Results: System Functionality</a:t>
            </a:r>
            <a:endParaRPr/>
          </a:p>
        </p:txBody>
      </p:sp>
      <p:sp>
        <p:nvSpPr>
          <p:cNvPr descr="chapter" id="761" name="Google Shape;761;p99"/>
          <p:cNvSpPr txBox="1"/>
          <p:nvPr/>
        </p:nvSpPr>
        <p:spPr>
          <a:xfrm>
            <a:off x="311700" y="197800"/>
            <a:ext cx="2747400" cy="247200"/>
          </a:xfrm>
          <a:prstGeom prst="rect">
            <a:avLst/>
          </a:prstGeom>
          <a:noFill/>
          <a:ln>
            <a:noFill/>
          </a:ln>
        </p:spPr>
        <p:txBody>
          <a:bodyPr anchorCtr="0" anchor="ctr" bIns="45700" lIns="9125" spcFirstLastPara="1" rIns="91425" wrap="square" tIns="45700">
            <a:noAutofit/>
          </a:bodyPr>
          <a:lstStyle/>
          <a:p>
            <a:pPr indent="0" lvl="0" marL="0" rtl="0" algn="l">
              <a:lnSpc>
                <a:spcPct val="150000"/>
              </a:lnSpc>
              <a:spcBef>
                <a:spcPts val="900"/>
              </a:spcBef>
              <a:spcAft>
                <a:spcPts val="1200"/>
              </a:spcAft>
              <a:buNone/>
            </a:pPr>
            <a:r>
              <a:rPr lang="zh-TW" sz="1000">
                <a:solidFill>
                  <a:schemeClr val="dk2"/>
                </a:solidFill>
                <a:latin typeface="Hanken Grotesk Medium"/>
                <a:ea typeface="Hanken Grotesk Medium"/>
                <a:cs typeface="Hanken Grotesk Medium"/>
                <a:sym typeface="Hanken Grotesk Medium"/>
              </a:rPr>
              <a:t>Results</a:t>
            </a:r>
            <a:endParaRPr sz="1000">
              <a:solidFill>
                <a:schemeClr val="dk2"/>
              </a:solidFill>
              <a:latin typeface="Hanken Grotesk Medium"/>
              <a:ea typeface="Hanken Grotesk Medium"/>
              <a:cs typeface="Hanken Grotesk Medium"/>
              <a:sym typeface="Hanken Grotesk Medium"/>
            </a:endParaRPr>
          </a:p>
        </p:txBody>
      </p:sp>
      <p:pic>
        <p:nvPicPr>
          <p:cNvPr descr="logo" id="762" name="Google Shape;762;p99"/>
          <p:cNvPicPr preferRelativeResize="0"/>
          <p:nvPr/>
        </p:nvPicPr>
        <p:blipFill>
          <a:blip r:embed="rId3">
            <a:alphaModFix/>
          </a:blip>
          <a:stretch>
            <a:fillRect/>
          </a:stretch>
        </p:blipFill>
        <p:spPr>
          <a:xfrm>
            <a:off x="311700" y="4799400"/>
            <a:ext cx="1805026" cy="1920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00"/>
          <p:cNvSpPr/>
          <p:nvPr/>
        </p:nvSpPr>
        <p:spPr>
          <a:xfrm>
            <a:off x="149925" y="1152475"/>
            <a:ext cx="2100000" cy="3503100"/>
          </a:xfrm>
          <a:prstGeom prst="roundRect">
            <a:avLst>
              <a:gd fmla="val 304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768" name="Google Shape;768;p100"/>
          <p:cNvSpPr/>
          <p:nvPr/>
        </p:nvSpPr>
        <p:spPr>
          <a:xfrm>
            <a:off x="2333971" y="1174675"/>
            <a:ext cx="2178600" cy="3503100"/>
          </a:xfrm>
          <a:prstGeom prst="roundRect">
            <a:avLst>
              <a:gd fmla="val 3041"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Hanken Grotesk"/>
              <a:ea typeface="Hanken Grotesk"/>
              <a:cs typeface="Hanken Grotesk"/>
              <a:sym typeface="Hanken Grotesk"/>
            </a:endParaRPr>
          </a:p>
        </p:txBody>
      </p:sp>
      <p:sp>
        <p:nvSpPr>
          <p:cNvPr id="769" name="Google Shape;769;p100"/>
          <p:cNvSpPr/>
          <p:nvPr/>
        </p:nvSpPr>
        <p:spPr>
          <a:xfrm>
            <a:off x="4565628" y="1163575"/>
            <a:ext cx="2178600" cy="3503100"/>
          </a:xfrm>
          <a:prstGeom prst="roundRect">
            <a:avLst>
              <a:gd fmla="val 304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descr="title" id="770" name="Google Shape;770;p100"/>
          <p:cNvSpPr txBox="1"/>
          <p:nvPr>
            <p:ph type="title"/>
          </p:nvPr>
        </p:nvSpPr>
        <p:spPr>
          <a:xfrm>
            <a:off x="311700" y="444125"/>
            <a:ext cx="8520600" cy="475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SzPts val="990"/>
              <a:buNone/>
            </a:pPr>
            <a:r>
              <a:rPr lang="zh-TW"/>
              <a:t>Results: Performance</a:t>
            </a:r>
            <a:endParaRPr/>
          </a:p>
        </p:txBody>
      </p:sp>
      <p:sp>
        <p:nvSpPr>
          <p:cNvPr descr="chapter" id="771" name="Google Shape;771;p100"/>
          <p:cNvSpPr txBox="1"/>
          <p:nvPr/>
        </p:nvSpPr>
        <p:spPr>
          <a:xfrm>
            <a:off x="311700" y="197800"/>
            <a:ext cx="4189200" cy="247200"/>
          </a:xfrm>
          <a:prstGeom prst="rect">
            <a:avLst/>
          </a:prstGeom>
          <a:noFill/>
          <a:ln>
            <a:noFill/>
          </a:ln>
        </p:spPr>
        <p:txBody>
          <a:bodyPr anchorCtr="0" anchor="ctr" bIns="45700" lIns="9125" spcFirstLastPara="1" rIns="91425" wrap="square" tIns="45700">
            <a:noAutofit/>
          </a:bodyPr>
          <a:lstStyle/>
          <a:p>
            <a:pPr indent="0" lvl="0" marL="0" rtl="0" algn="l">
              <a:lnSpc>
                <a:spcPct val="150000"/>
              </a:lnSpc>
              <a:spcBef>
                <a:spcPts val="900"/>
              </a:spcBef>
              <a:spcAft>
                <a:spcPts val="1200"/>
              </a:spcAft>
              <a:buNone/>
            </a:pPr>
            <a:r>
              <a:rPr lang="zh-TW" sz="1000">
                <a:solidFill>
                  <a:schemeClr val="dk2"/>
                </a:solidFill>
                <a:latin typeface="Hanken Grotesk Medium"/>
                <a:ea typeface="Hanken Grotesk Medium"/>
                <a:cs typeface="Hanken Grotesk Medium"/>
                <a:sym typeface="Hanken Grotesk Medium"/>
              </a:rPr>
              <a:t>Performance</a:t>
            </a:r>
            <a:endParaRPr sz="1000">
              <a:solidFill>
                <a:schemeClr val="dk2"/>
              </a:solidFill>
              <a:latin typeface="Hanken Grotesk Medium"/>
              <a:ea typeface="Hanken Grotesk Medium"/>
              <a:cs typeface="Hanken Grotesk Medium"/>
              <a:sym typeface="Hanken Grotesk Medium"/>
            </a:endParaRPr>
          </a:p>
        </p:txBody>
      </p:sp>
      <p:sp>
        <p:nvSpPr>
          <p:cNvPr descr="detail_0" id="772" name="Google Shape;772;p100"/>
          <p:cNvSpPr txBox="1"/>
          <p:nvPr>
            <p:ph idx="4294967295" type="body"/>
          </p:nvPr>
        </p:nvSpPr>
        <p:spPr>
          <a:xfrm>
            <a:off x="307899" y="2016247"/>
            <a:ext cx="1973100" cy="26394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800"/>
              </a:spcAft>
              <a:buNone/>
            </a:pPr>
            <a:r>
              <a:rPr lang="zh-TW" sz="1100"/>
              <a:t>Sorted 18 menu items automatically by price ranging from $30 to $350. Maintains order with efficient O(log n) insertion and retrieval, ensuring quick access to sorted data.</a:t>
            </a:r>
            <a:endParaRPr sz="1100"/>
          </a:p>
        </p:txBody>
      </p:sp>
      <p:sp>
        <p:nvSpPr>
          <p:cNvPr descr="header_0" id="773" name="Google Shape;773;p100"/>
          <p:cNvSpPr txBox="1"/>
          <p:nvPr>
            <p:ph idx="4294967295" type="body"/>
          </p:nvPr>
        </p:nvSpPr>
        <p:spPr>
          <a:xfrm>
            <a:off x="307899" y="1604649"/>
            <a:ext cx="1973100" cy="411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a:t>Binary Search Tree (BST)</a:t>
            </a:r>
            <a:endParaRPr b="1" sz="1200"/>
          </a:p>
        </p:txBody>
      </p:sp>
      <p:sp>
        <p:nvSpPr>
          <p:cNvPr descr="header_1" id="774" name="Google Shape;774;p100"/>
          <p:cNvSpPr txBox="1"/>
          <p:nvPr>
            <p:ph idx="4294967295" type="subTitle"/>
          </p:nvPr>
        </p:nvSpPr>
        <p:spPr>
          <a:xfrm>
            <a:off x="2492086" y="1626849"/>
            <a:ext cx="1973100" cy="411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a:t>Merge Sort Timings</a:t>
            </a:r>
            <a:endParaRPr b="1" sz="1200"/>
          </a:p>
        </p:txBody>
      </p:sp>
      <p:sp>
        <p:nvSpPr>
          <p:cNvPr descr="detail_1" id="775" name="Google Shape;775;p100"/>
          <p:cNvSpPr txBox="1"/>
          <p:nvPr>
            <p:ph idx="4294967295" type="body"/>
          </p:nvPr>
        </p:nvSpPr>
        <p:spPr>
          <a:xfrm>
            <a:off x="2492110" y="2038447"/>
            <a:ext cx="1973100" cy="26394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800"/>
              </a:spcAft>
              <a:buNone/>
            </a:pPr>
            <a:r>
              <a:rPr lang="zh-TW" sz="1100"/>
              <a:t>Sorting performance measured in milliseconds: Price sorting takes 0.05ms, Name sorting 0.08ms, and Category sorting 0.06ms. Demonstrates stable and fast sorting across different attributes.</a:t>
            </a:r>
            <a:endParaRPr sz="1100"/>
          </a:p>
        </p:txBody>
      </p:sp>
      <p:sp>
        <p:nvSpPr>
          <p:cNvPr descr="header_2" id="776" name="Google Shape;776;p100"/>
          <p:cNvSpPr txBox="1"/>
          <p:nvPr>
            <p:ph idx="4294967295" type="subTitle"/>
          </p:nvPr>
        </p:nvSpPr>
        <p:spPr>
          <a:xfrm>
            <a:off x="4723720" y="1615749"/>
            <a:ext cx="1973100" cy="411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a:t>Priority Queue Ordering</a:t>
            </a:r>
            <a:endParaRPr b="1" sz="1200"/>
          </a:p>
        </p:txBody>
      </p:sp>
      <p:sp>
        <p:nvSpPr>
          <p:cNvPr descr="detail_2" id="777" name="Google Shape;777;p100"/>
          <p:cNvSpPr txBox="1"/>
          <p:nvPr>
            <p:ph idx="4294967295" type="body"/>
          </p:nvPr>
        </p:nvSpPr>
        <p:spPr>
          <a:xfrm>
            <a:off x="4723748" y="2027347"/>
            <a:ext cx="1973100" cy="26394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800"/>
              </a:spcAft>
              <a:buNone/>
            </a:pPr>
            <a:r>
              <a:rPr lang="zh-TW" sz="1100">
                <a:solidFill>
                  <a:srgbClr val="000000"/>
                </a:solidFill>
                <a:latin typeface="Arial"/>
                <a:ea typeface="Arial"/>
                <a:cs typeface="Arial"/>
                <a:sym typeface="Arial"/>
              </a:rPr>
              <a:t>Operations run in O(log n) because a heap is a complete binary tree. Each insert or remove only adjusts the position of one element along the tree height — which is log n, not n</a:t>
            </a:r>
            <a:endParaRPr sz="1100"/>
          </a:p>
        </p:txBody>
      </p:sp>
      <p:pic>
        <p:nvPicPr>
          <p:cNvPr id="778" name="Google Shape;778;p100"/>
          <p:cNvPicPr preferRelativeResize="0"/>
          <p:nvPr/>
        </p:nvPicPr>
        <p:blipFill>
          <a:blip r:embed="rId3">
            <a:alphaModFix/>
          </a:blip>
          <a:stretch>
            <a:fillRect/>
          </a:stretch>
        </p:blipFill>
        <p:spPr>
          <a:xfrm>
            <a:off x="307886" y="1258212"/>
            <a:ext cx="209152" cy="201167"/>
          </a:xfrm>
          <a:prstGeom prst="rect">
            <a:avLst/>
          </a:prstGeom>
          <a:noFill/>
          <a:ln cap="flat" cmpd="sng" w="9525">
            <a:solidFill>
              <a:srgbClr val="4340FF">
                <a:alpha val="0"/>
              </a:srgbClr>
            </a:solidFill>
            <a:prstDash val="solid"/>
            <a:round/>
            <a:headEnd len="sm" w="sm" type="none"/>
            <a:tailEnd len="sm" w="sm" type="none"/>
          </a:ln>
        </p:spPr>
      </p:pic>
      <p:pic>
        <p:nvPicPr>
          <p:cNvPr id="779" name="Google Shape;779;p100"/>
          <p:cNvPicPr preferRelativeResize="0"/>
          <p:nvPr/>
        </p:nvPicPr>
        <p:blipFill>
          <a:blip r:embed="rId4">
            <a:alphaModFix/>
          </a:blip>
          <a:stretch>
            <a:fillRect/>
          </a:stretch>
        </p:blipFill>
        <p:spPr>
          <a:xfrm>
            <a:off x="2412953" y="1280412"/>
            <a:ext cx="209152" cy="201167"/>
          </a:xfrm>
          <a:prstGeom prst="rect">
            <a:avLst/>
          </a:prstGeom>
          <a:noFill/>
          <a:ln cap="flat" cmpd="sng" w="9525">
            <a:solidFill>
              <a:srgbClr val="4340FF">
                <a:alpha val="0"/>
              </a:srgbClr>
            </a:solidFill>
            <a:prstDash val="solid"/>
            <a:round/>
            <a:headEnd len="sm" w="sm" type="none"/>
            <a:tailEnd len="sm" w="sm" type="none"/>
          </a:ln>
        </p:spPr>
      </p:pic>
      <p:pic>
        <p:nvPicPr>
          <p:cNvPr id="780" name="Google Shape;780;p100"/>
          <p:cNvPicPr preferRelativeResize="0"/>
          <p:nvPr/>
        </p:nvPicPr>
        <p:blipFill>
          <a:blip r:embed="rId5">
            <a:alphaModFix/>
          </a:blip>
          <a:stretch>
            <a:fillRect/>
          </a:stretch>
        </p:blipFill>
        <p:spPr>
          <a:xfrm>
            <a:off x="4723707" y="1269312"/>
            <a:ext cx="209152" cy="201167"/>
          </a:xfrm>
          <a:prstGeom prst="rect">
            <a:avLst/>
          </a:prstGeom>
          <a:noFill/>
          <a:ln cap="flat" cmpd="sng" w="9525">
            <a:solidFill>
              <a:srgbClr val="4340FF">
                <a:alpha val="0"/>
              </a:srgbClr>
            </a:solidFill>
            <a:prstDash val="solid"/>
            <a:round/>
            <a:headEnd len="sm" w="sm" type="none"/>
            <a:tailEnd len="sm" w="sm" type="none"/>
          </a:ln>
        </p:spPr>
      </p:pic>
      <p:pic>
        <p:nvPicPr>
          <p:cNvPr descr="logo" id="781" name="Google Shape;781;p100"/>
          <p:cNvPicPr preferRelativeResize="0"/>
          <p:nvPr/>
        </p:nvPicPr>
        <p:blipFill>
          <a:blip r:embed="rId6">
            <a:alphaModFix/>
          </a:blip>
          <a:stretch>
            <a:fillRect/>
          </a:stretch>
        </p:blipFill>
        <p:spPr>
          <a:xfrm>
            <a:off x="278928" y="4855102"/>
            <a:ext cx="1876665" cy="192023"/>
          </a:xfrm>
          <a:prstGeom prst="rect">
            <a:avLst/>
          </a:prstGeom>
          <a:noFill/>
          <a:ln>
            <a:noFill/>
          </a:ln>
        </p:spPr>
      </p:pic>
      <p:sp>
        <p:nvSpPr>
          <p:cNvPr id="782" name="Google Shape;782;p100"/>
          <p:cNvSpPr/>
          <p:nvPr/>
        </p:nvSpPr>
        <p:spPr>
          <a:xfrm>
            <a:off x="6805672" y="1163550"/>
            <a:ext cx="2178600" cy="3503100"/>
          </a:xfrm>
          <a:prstGeom prst="roundRect">
            <a:avLst>
              <a:gd fmla="val 304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descr="header_2" id="783" name="Google Shape;783;p100"/>
          <p:cNvSpPr txBox="1"/>
          <p:nvPr>
            <p:ph idx="4294967295" type="subTitle"/>
          </p:nvPr>
        </p:nvSpPr>
        <p:spPr>
          <a:xfrm>
            <a:off x="6955365" y="1604649"/>
            <a:ext cx="1973100" cy="411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a:t>HashTable</a:t>
            </a:r>
            <a:endParaRPr b="1" sz="1200"/>
          </a:p>
        </p:txBody>
      </p:sp>
      <p:sp>
        <p:nvSpPr>
          <p:cNvPr descr="detail_2" id="784" name="Google Shape;784;p100"/>
          <p:cNvSpPr txBox="1"/>
          <p:nvPr>
            <p:ph idx="4294967295" type="body"/>
          </p:nvPr>
        </p:nvSpPr>
        <p:spPr>
          <a:xfrm>
            <a:off x="6955392" y="2016247"/>
            <a:ext cx="1973100" cy="26394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0"/>
              </a:spcAft>
              <a:buNone/>
            </a:pPr>
            <a:r>
              <a:rPr lang="zh-TW" sz="1100"/>
              <a:t>Fast O(1) menu item access through hash-based indexing. Uses separate chaining for collision handling and maintains performance with automatic resizing at 0.75 load factor threshold.</a:t>
            </a:r>
            <a:endParaRPr sz="1100"/>
          </a:p>
          <a:p>
            <a:pPr indent="0" lvl="0" marL="0" rtl="0" algn="l">
              <a:lnSpc>
                <a:spcPct val="125000"/>
              </a:lnSpc>
              <a:spcBef>
                <a:spcPts val="800"/>
              </a:spcBef>
              <a:spcAft>
                <a:spcPts val="800"/>
              </a:spcAft>
              <a:buNone/>
            </a:pPr>
            <a:r>
              <a:t/>
            </a:r>
            <a:endParaRPr sz="1100"/>
          </a:p>
        </p:txBody>
      </p:sp>
      <p:pic>
        <p:nvPicPr>
          <p:cNvPr id="785" name="Google Shape;785;p100"/>
          <p:cNvPicPr preferRelativeResize="0"/>
          <p:nvPr/>
        </p:nvPicPr>
        <p:blipFill>
          <a:blip r:embed="rId7">
            <a:alphaModFix/>
          </a:blip>
          <a:stretch>
            <a:fillRect/>
          </a:stretch>
        </p:blipFill>
        <p:spPr>
          <a:xfrm>
            <a:off x="6963788" y="1280400"/>
            <a:ext cx="201168" cy="201168"/>
          </a:xfrm>
          <a:prstGeom prst="rect">
            <a:avLst/>
          </a:prstGeom>
          <a:noFill/>
          <a:ln cap="flat" cmpd="sng" w="9525">
            <a:solidFill>
              <a:srgbClr val="4340FF">
                <a:alpha val="0"/>
              </a:srgbClr>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101"/>
          <p:cNvSpPr txBox="1"/>
          <p:nvPr>
            <p:ph type="title"/>
          </p:nvPr>
        </p:nvSpPr>
        <p:spPr>
          <a:xfrm>
            <a:off x="311700" y="197800"/>
            <a:ext cx="8520600" cy="475500"/>
          </a:xfrm>
          <a:prstGeom prst="rect">
            <a:avLst/>
          </a:prstGeom>
        </p:spPr>
        <p:txBody>
          <a:bodyPr anchorCtr="0" anchor="t" bIns="91425" lIns="0" spcFirstLastPara="1" rIns="91425" wrap="square" tIns="91425">
            <a:normAutofit fontScale="90000"/>
          </a:bodyPr>
          <a:lstStyle/>
          <a:p>
            <a:pPr indent="0" lvl="0" marL="0" rtl="0" algn="l">
              <a:spcBef>
                <a:spcPts val="0"/>
              </a:spcBef>
              <a:spcAft>
                <a:spcPts val="0"/>
              </a:spcAft>
              <a:buNone/>
            </a:pPr>
            <a:r>
              <a:rPr lang="zh-TW"/>
              <a:t>Result: Application</a:t>
            </a:r>
            <a:endParaRPr/>
          </a:p>
        </p:txBody>
      </p:sp>
      <p:pic>
        <p:nvPicPr>
          <p:cNvPr id="791" name="Google Shape;791;p101"/>
          <p:cNvPicPr preferRelativeResize="0"/>
          <p:nvPr/>
        </p:nvPicPr>
        <p:blipFill>
          <a:blip r:embed="rId3">
            <a:alphaModFix/>
          </a:blip>
          <a:stretch>
            <a:fillRect/>
          </a:stretch>
        </p:blipFill>
        <p:spPr>
          <a:xfrm>
            <a:off x="388299" y="743437"/>
            <a:ext cx="2594198" cy="2012301"/>
          </a:xfrm>
          <a:prstGeom prst="rect">
            <a:avLst/>
          </a:prstGeom>
          <a:noFill/>
          <a:ln>
            <a:noFill/>
          </a:ln>
        </p:spPr>
      </p:pic>
      <p:pic>
        <p:nvPicPr>
          <p:cNvPr id="792" name="Google Shape;792;p101"/>
          <p:cNvPicPr preferRelativeResize="0"/>
          <p:nvPr/>
        </p:nvPicPr>
        <p:blipFill>
          <a:blip r:embed="rId4">
            <a:alphaModFix/>
          </a:blip>
          <a:stretch>
            <a:fillRect/>
          </a:stretch>
        </p:blipFill>
        <p:spPr>
          <a:xfrm>
            <a:off x="6232600" y="564600"/>
            <a:ext cx="2810904" cy="2213600"/>
          </a:xfrm>
          <a:prstGeom prst="rect">
            <a:avLst/>
          </a:prstGeom>
          <a:noFill/>
          <a:ln>
            <a:noFill/>
          </a:ln>
        </p:spPr>
      </p:pic>
      <p:pic>
        <p:nvPicPr>
          <p:cNvPr id="793" name="Google Shape;793;p101"/>
          <p:cNvPicPr preferRelativeResize="0"/>
          <p:nvPr/>
        </p:nvPicPr>
        <p:blipFill>
          <a:blip r:embed="rId5">
            <a:alphaModFix/>
          </a:blip>
          <a:stretch>
            <a:fillRect/>
          </a:stretch>
        </p:blipFill>
        <p:spPr>
          <a:xfrm>
            <a:off x="1474025" y="2867745"/>
            <a:ext cx="2810901" cy="2186257"/>
          </a:xfrm>
          <a:prstGeom prst="rect">
            <a:avLst/>
          </a:prstGeom>
          <a:noFill/>
          <a:ln>
            <a:noFill/>
          </a:ln>
        </p:spPr>
      </p:pic>
      <p:pic>
        <p:nvPicPr>
          <p:cNvPr id="794" name="Google Shape;794;p101"/>
          <p:cNvPicPr preferRelativeResize="0"/>
          <p:nvPr/>
        </p:nvPicPr>
        <p:blipFill>
          <a:blip r:embed="rId6">
            <a:alphaModFix/>
          </a:blip>
          <a:stretch>
            <a:fillRect/>
          </a:stretch>
        </p:blipFill>
        <p:spPr>
          <a:xfrm>
            <a:off x="3098555" y="564601"/>
            <a:ext cx="3017997" cy="2213601"/>
          </a:xfrm>
          <a:prstGeom prst="rect">
            <a:avLst/>
          </a:prstGeom>
          <a:noFill/>
          <a:ln>
            <a:noFill/>
          </a:ln>
        </p:spPr>
      </p:pic>
      <p:pic>
        <p:nvPicPr>
          <p:cNvPr id="795" name="Google Shape;795;p101"/>
          <p:cNvPicPr preferRelativeResize="0"/>
          <p:nvPr/>
        </p:nvPicPr>
        <p:blipFill>
          <a:blip r:embed="rId7">
            <a:alphaModFix/>
          </a:blip>
          <a:stretch>
            <a:fillRect/>
          </a:stretch>
        </p:blipFill>
        <p:spPr>
          <a:xfrm>
            <a:off x="4560087" y="2867750"/>
            <a:ext cx="2771115" cy="21862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descr="title" id="800" name="Google Shape;800;p102"/>
          <p:cNvSpPr txBox="1"/>
          <p:nvPr>
            <p:ph type="title"/>
          </p:nvPr>
        </p:nvSpPr>
        <p:spPr>
          <a:xfrm>
            <a:off x="311700" y="444125"/>
            <a:ext cx="8520600" cy="475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SzPts val="990"/>
              <a:buNone/>
            </a:pPr>
            <a:r>
              <a:rPr lang="zh-TW"/>
              <a:t>Discussion &amp; Reflection</a:t>
            </a:r>
            <a:endParaRPr/>
          </a:p>
        </p:txBody>
      </p:sp>
      <p:sp>
        <p:nvSpPr>
          <p:cNvPr descr="chapter" id="801" name="Google Shape;801;p102"/>
          <p:cNvSpPr txBox="1"/>
          <p:nvPr/>
        </p:nvSpPr>
        <p:spPr>
          <a:xfrm>
            <a:off x="311700" y="197800"/>
            <a:ext cx="4189200" cy="247200"/>
          </a:xfrm>
          <a:prstGeom prst="rect">
            <a:avLst/>
          </a:prstGeom>
          <a:noFill/>
          <a:ln>
            <a:noFill/>
          </a:ln>
        </p:spPr>
        <p:txBody>
          <a:bodyPr anchorCtr="0" anchor="ctr" bIns="45700" lIns="9125" spcFirstLastPara="1" rIns="91425" wrap="square" tIns="45700">
            <a:noAutofit/>
          </a:bodyPr>
          <a:lstStyle/>
          <a:p>
            <a:pPr indent="0" lvl="0" marL="0" rtl="0" algn="l">
              <a:lnSpc>
                <a:spcPct val="150000"/>
              </a:lnSpc>
              <a:spcBef>
                <a:spcPts val="900"/>
              </a:spcBef>
              <a:spcAft>
                <a:spcPts val="1200"/>
              </a:spcAft>
              <a:buNone/>
            </a:pPr>
            <a:r>
              <a:rPr lang="zh-TW" sz="1000">
                <a:solidFill>
                  <a:schemeClr val="dk2"/>
                </a:solidFill>
                <a:latin typeface="Hanken Grotesk Medium"/>
                <a:ea typeface="Hanken Grotesk Medium"/>
                <a:cs typeface="Hanken Grotesk Medium"/>
                <a:sym typeface="Hanken Grotesk Medium"/>
              </a:rPr>
              <a:t>Reflection</a:t>
            </a:r>
            <a:endParaRPr sz="1000">
              <a:solidFill>
                <a:schemeClr val="dk2"/>
              </a:solidFill>
              <a:latin typeface="Hanken Grotesk Medium"/>
              <a:ea typeface="Hanken Grotesk Medium"/>
              <a:cs typeface="Hanken Grotesk Medium"/>
              <a:sym typeface="Hanken Grotesk Medium"/>
            </a:endParaRPr>
          </a:p>
        </p:txBody>
      </p:sp>
      <p:sp>
        <p:nvSpPr>
          <p:cNvPr descr="header_0" id="802" name="Google Shape;802;p102"/>
          <p:cNvSpPr txBox="1"/>
          <p:nvPr>
            <p:ph idx="4294967295" type="subTitle"/>
          </p:nvPr>
        </p:nvSpPr>
        <p:spPr>
          <a:xfrm>
            <a:off x="311675" y="2401508"/>
            <a:ext cx="2023500" cy="365700"/>
          </a:xfrm>
          <a:prstGeom prst="rect">
            <a:avLst/>
          </a:prstGeom>
        </p:spPr>
        <p:txBody>
          <a:bodyPr anchorCtr="0" anchor="t" bIns="91425" lIns="0" spcFirstLastPara="1" rIns="91425" wrap="square" tIns="45700">
            <a:noAutofit/>
          </a:bodyPr>
          <a:lstStyle/>
          <a:p>
            <a:pPr indent="0" lvl="0" marL="0" rtl="0" algn="l">
              <a:lnSpc>
                <a:spcPct val="100000"/>
              </a:lnSpc>
              <a:spcBef>
                <a:spcPts val="0"/>
              </a:spcBef>
              <a:spcAft>
                <a:spcPts val="1200"/>
              </a:spcAft>
              <a:buNone/>
            </a:pPr>
            <a:r>
              <a:rPr b="1" lang="zh-TW"/>
              <a:t>Initial Design &amp; Architecture</a:t>
            </a:r>
            <a:endParaRPr b="1">
              <a:latin typeface="Hanken Grotesk"/>
              <a:ea typeface="Hanken Grotesk"/>
              <a:cs typeface="Hanken Grotesk"/>
              <a:sym typeface="Hanken Grotesk"/>
            </a:endParaRPr>
          </a:p>
        </p:txBody>
      </p:sp>
      <p:sp>
        <p:nvSpPr>
          <p:cNvPr descr="header_1" id="803" name="Google Shape;803;p102"/>
          <p:cNvSpPr txBox="1"/>
          <p:nvPr>
            <p:ph idx="4294967295" type="subTitle"/>
          </p:nvPr>
        </p:nvSpPr>
        <p:spPr>
          <a:xfrm>
            <a:off x="2477425" y="2401516"/>
            <a:ext cx="2023500" cy="365700"/>
          </a:xfrm>
          <a:prstGeom prst="rect">
            <a:avLst/>
          </a:prstGeom>
        </p:spPr>
        <p:txBody>
          <a:bodyPr anchorCtr="0" anchor="t" bIns="91425" lIns="0" spcFirstLastPara="1" rIns="91425" wrap="square" tIns="45700">
            <a:noAutofit/>
          </a:bodyPr>
          <a:lstStyle/>
          <a:p>
            <a:pPr indent="0" lvl="0" marL="0" rtl="0" algn="l">
              <a:lnSpc>
                <a:spcPct val="100000"/>
              </a:lnSpc>
              <a:spcBef>
                <a:spcPts val="0"/>
              </a:spcBef>
              <a:spcAft>
                <a:spcPts val="1200"/>
              </a:spcAft>
              <a:buClr>
                <a:schemeClr val="dk1"/>
              </a:buClr>
              <a:buSzPts val="1100"/>
              <a:buFont typeface="Arial"/>
              <a:buNone/>
            </a:pPr>
            <a:r>
              <a:rPr b="1" lang="zh-TW"/>
              <a:t>Integration Challenges</a:t>
            </a:r>
            <a:endParaRPr b="1">
              <a:latin typeface="Hanken Grotesk"/>
              <a:ea typeface="Hanken Grotesk"/>
              <a:cs typeface="Hanken Grotesk"/>
              <a:sym typeface="Hanken Grotesk"/>
            </a:endParaRPr>
          </a:p>
        </p:txBody>
      </p:sp>
      <p:sp>
        <p:nvSpPr>
          <p:cNvPr descr="header_2" id="804" name="Google Shape;804;p102"/>
          <p:cNvSpPr txBox="1"/>
          <p:nvPr>
            <p:ph idx="4294967295" type="subTitle"/>
          </p:nvPr>
        </p:nvSpPr>
        <p:spPr>
          <a:xfrm>
            <a:off x="4642999" y="2401523"/>
            <a:ext cx="2023500" cy="365700"/>
          </a:xfrm>
          <a:prstGeom prst="rect">
            <a:avLst/>
          </a:prstGeom>
        </p:spPr>
        <p:txBody>
          <a:bodyPr anchorCtr="0" anchor="t" bIns="91425" lIns="0" spcFirstLastPara="1" rIns="91425" wrap="square" tIns="45700">
            <a:noAutofit/>
          </a:bodyPr>
          <a:lstStyle/>
          <a:p>
            <a:pPr indent="0" lvl="0" marL="0" rtl="0" algn="l">
              <a:lnSpc>
                <a:spcPct val="100000"/>
              </a:lnSpc>
              <a:spcBef>
                <a:spcPts val="0"/>
              </a:spcBef>
              <a:spcAft>
                <a:spcPts val="1200"/>
              </a:spcAft>
              <a:buNone/>
            </a:pPr>
            <a:r>
              <a:rPr b="1" lang="zh-TW"/>
              <a:t>Duplicate Data Handling</a:t>
            </a:r>
            <a:endParaRPr b="1">
              <a:latin typeface="Hanken Grotesk"/>
              <a:ea typeface="Hanken Grotesk"/>
              <a:cs typeface="Hanken Grotesk"/>
              <a:sym typeface="Hanken Grotesk"/>
            </a:endParaRPr>
          </a:p>
        </p:txBody>
      </p:sp>
      <p:sp>
        <p:nvSpPr>
          <p:cNvPr descr="detail_0" id="805" name="Google Shape;805;p102"/>
          <p:cNvSpPr txBox="1"/>
          <p:nvPr>
            <p:ph idx="4294967295" type="body"/>
          </p:nvPr>
        </p:nvSpPr>
        <p:spPr>
          <a:xfrm>
            <a:off x="311700" y="2825875"/>
            <a:ext cx="2023500" cy="1829700"/>
          </a:xfrm>
          <a:prstGeom prst="rect">
            <a:avLst/>
          </a:prstGeom>
          <a:noFill/>
          <a:ln>
            <a:noFill/>
          </a:ln>
        </p:spPr>
        <p:txBody>
          <a:bodyPr anchorCtr="0" anchor="t" bIns="91425" lIns="0" spcFirstLastPara="1" rIns="91425" wrap="square" tIns="91425">
            <a:noAutofit/>
          </a:bodyPr>
          <a:lstStyle/>
          <a:p>
            <a:pPr indent="0" lvl="0" marL="0" rtl="0" algn="l">
              <a:lnSpc>
                <a:spcPct val="125000"/>
              </a:lnSpc>
              <a:spcBef>
                <a:spcPts val="0"/>
              </a:spcBef>
              <a:spcAft>
                <a:spcPts val="1200"/>
              </a:spcAft>
              <a:buClr>
                <a:schemeClr val="dk1"/>
              </a:buClr>
              <a:buSzPts val="1100"/>
              <a:buNone/>
            </a:pPr>
            <a:r>
              <a:rPr lang="zh-TW" sz="1000"/>
              <a:t>Focused on modular design principles with </a:t>
            </a:r>
            <a:r>
              <a:rPr lang="zh-TW" sz="1000">
                <a:solidFill>
                  <a:srgbClr val="FF0000"/>
                </a:solidFill>
              </a:rPr>
              <a:t>low coupling</a:t>
            </a:r>
            <a:r>
              <a:rPr lang="zh-TW" sz="1000"/>
              <a:t> and </a:t>
            </a:r>
            <a:r>
              <a:rPr lang="zh-TW" sz="1000">
                <a:solidFill>
                  <a:srgbClr val="FF0000"/>
                </a:solidFill>
              </a:rPr>
              <a:t>MVC architecture</a:t>
            </a:r>
            <a:r>
              <a:rPr lang="zh-TW" sz="1000"/>
              <a:t> to ensure scalability and maintainability.</a:t>
            </a:r>
            <a:endParaRPr sz="1000"/>
          </a:p>
        </p:txBody>
      </p:sp>
      <p:sp>
        <p:nvSpPr>
          <p:cNvPr descr="detail_1" id="806" name="Google Shape;806;p102"/>
          <p:cNvSpPr txBox="1"/>
          <p:nvPr>
            <p:ph idx="4294967295" type="body"/>
          </p:nvPr>
        </p:nvSpPr>
        <p:spPr>
          <a:xfrm>
            <a:off x="2477421" y="2825878"/>
            <a:ext cx="2023500" cy="1829700"/>
          </a:xfrm>
          <a:prstGeom prst="rect">
            <a:avLst/>
          </a:prstGeom>
          <a:noFill/>
          <a:ln>
            <a:noFill/>
          </a:ln>
        </p:spPr>
        <p:txBody>
          <a:bodyPr anchorCtr="0" anchor="t" bIns="91425" lIns="0" spcFirstLastPara="1" rIns="91425" wrap="square" tIns="91425">
            <a:noAutofit/>
          </a:bodyPr>
          <a:lstStyle/>
          <a:p>
            <a:pPr indent="0" lvl="0" marL="0" rtl="0" algn="l">
              <a:lnSpc>
                <a:spcPct val="125000"/>
              </a:lnSpc>
              <a:spcBef>
                <a:spcPts val="0"/>
              </a:spcBef>
              <a:spcAft>
                <a:spcPts val="1200"/>
              </a:spcAft>
              <a:buClr>
                <a:schemeClr val="dk1"/>
              </a:buClr>
              <a:buSzPts val="1100"/>
              <a:buNone/>
            </a:pPr>
            <a:r>
              <a:rPr lang="zh-TW" sz="1000"/>
              <a:t>Faced complexities</a:t>
            </a:r>
            <a:r>
              <a:rPr lang="zh-TW" sz="1000">
                <a:solidFill>
                  <a:srgbClr val="FF0000"/>
                </a:solidFill>
              </a:rPr>
              <a:t> integrating multiple data structures</a:t>
            </a:r>
            <a:r>
              <a:rPr lang="zh-TW" sz="1000"/>
              <a:t>; resolved with a </a:t>
            </a:r>
            <a:r>
              <a:rPr lang="zh-TW" sz="1000">
                <a:solidFill>
                  <a:srgbClr val="FF0000"/>
                </a:solidFill>
              </a:rPr>
              <a:t>centralized DataManager</a:t>
            </a:r>
            <a:r>
              <a:rPr lang="zh-TW" sz="1000"/>
              <a:t> to synchronize updates and maintain consistency.</a:t>
            </a:r>
            <a:endParaRPr sz="1000"/>
          </a:p>
        </p:txBody>
      </p:sp>
      <p:sp>
        <p:nvSpPr>
          <p:cNvPr descr="detail_2" id="807" name="Google Shape;807;p102"/>
          <p:cNvSpPr txBox="1"/>
          <p:nvPr>
            <p:ph idx="4294967295" type="body"/>
          </p:nvPr>
        </p:nvSpPr>
        <p:spPr>
          <a:xfrm>
            <a:off x="4643000" y="2825878"/>
            <a:ext cx="2023500" cy="1829700"/>
          </a:xfrm>
          <a:prstGeom prst="rect">
            <a:avLst/>
          </a:prstGeom>
          <a:noFill/>
          <a:ln>
            <a:noFill/>
          </a:ln>
        </p:spPr>
        <p:txBody>
          <a:bodyPr anchorCtr="0" anchor="t" bIns="91425" lIns="0" spcFirstLastPara="1" rIns="91425" wrap="square" tIns="91425">
            <a:noAutofit/>
          </a:bodyPr>
          <a:lstStyle/>
          <a:p>
            <a:pPr indent="0" lvl="0" marL="0" rtl="0" algn="l">
              <a:lnSpc>
                <a:spcPct val="125000"/>
              </a:lnSpc>
              <a:spcBef>
                <a:spcPts val="0"/>
              </a:spcBef>
              <a:spcAft>
                <a:spcPts val="1200"/>
              </a:spcAft>
              <a:buClr>
                <a:schemeClr val="dk1"/>
              </a:buClr>
              <a:buSzPts val="1100"/>
              <a:buNone/>
            </a:pPr>
            <a:r>
              <a:rPr lang="zh-TW" sz="1000"/>
              <a:t>Identified and addressed </a:t>
            </a:r>
            <a:r>
              <a:rPr lang="zh-TW" sz="1000">
                <a:solidFill>
                  <a:srgbClr val="FF0000"/>
                </a:solidFill>
              </a:rPr>
              <a:t>duplicate price entries</a:t>
            </a:r>
            <a:r>
              <a:rPr lang="zh-TW" sz="1000"/>
              <a:t> using </a:t>
            </a:r>
            <a:r>
              <a:rPr lang="zh-TW" sz="1000">
                <a:solidFill>
                  <a:srgbClr val="FF0000"/>
                </a:solidFill>
              </a:rPr>
              <a:t>composite keys</a:t>
            </a:r>
            <a:r>
              <a:rPr lang="zh-TW" sz="1000"/>
              <a:t>, improving data accuracy and system reliability.</a:t>
            </a:r>
            <a:endParaRPr sz="1000"/>
          </a:p>
        </p:txBody>
      </p:sp>
      <p:sp>
        <p:nvSpPr>
          <p:cNvPr descr="year_0" id="808" name="Google Shape;808;p102"/>
          <p:cNvSpPr txBox="1"/>
          <p:nvPr>
            <p:ph idx="4294967295" type="subTitle"/>
          </p:nvPr>
        </p:nvSpPr>
        <p:spPr>
          <a:xfrm>
            <a:off x="311729" y="2036100"/>
            <a:ext cx="2023500" cy="365400"/>
          </a:xfrm>
          <a:prstGeom prst="rect">
            <a:avLst/>
          </a:prstGeom>
          <a:noFill/>
        </p:spPr>
        <p:txBody>
          <a:bodyPr anchorCtr="0" anchor="t" bIns="91425" lIns="0" spcFirstLastPara="1" rIns="91425" wrap="square" tIns="91425">
            <a:noAutofit/>
          </a:bodyPr>
          <a:lstStyle/>
          <a:p>
            <a:pPr indent="0" lvl="0" marL="0" marR="0" rtl="0" algn="l">
              <a:lnSpc>
                <a:spcPct val="90000"/>
              </a:lnSpc>
              <a:spcBef>
                <a:spcPts val="0"/>
              </a:spcBef>
              <a:spcAft>
                <a:spcPts val="0"/>
              </a:spcAft>
              <a:buNone/>
            </a:pPr>
            <a:r>
              <a:rPr b="1" lang="zh-TW" sz="1300">
                <a:solidFill>
                  <a:schemeClr val="accent1"/>
                </a:solidFill>
              </a:rPr>
              <a:t>1</a:t>
            </a:r>
            <a:endParaRPr b="1" sz="1300">
              <a:solidFill>
                <a:schemeClr val="accent1"/>
              </a:solidFill>
            </a:endParaRPr>
          </a:p>
        </p:txBody>
      </p:sp>
      <p:sp>
        <p:nvSpPr>
          <p:cNvPr descr="year_1" id="809" name="Google Shape;809;p102"/>
          <p:cNvSpPr txBox="1"/>
          <p:nvPr>
            <p:ph idx="4294967295" type="subTitle"/>
          </p:nvPr>
        </p:nvSpPr>
        <p:spPr>
          <a:xfrm>
            <a:off x="2477432" y="2036100"/>
            <a:ext cx="2023500" cy="365400"/>
          </a:xfrm>
          <a:prstGeom prst="rect">
            <a:avLst/>
          </a:prstGeom>
          <a:noFill/>
        </p:spPr>
        <p:txBody>
          <a:bodyPr anchorCtr="0" anchor="t" bIns="91425" lIns="0" spcFirstLastPara="1" rIns="91425" wrap="square" tIns="91425">
            <a:noAutofit/>
          </a:bodyPr>
          <a:lstStyle/>
          <a:p>
            <a:pPr indent="0" lvl="0" marL="0" marR="0" rtl="0" algn="l">
              <a:lnSpc>
                <a:spcPct val="90000"/>
              </a:lnSpc>
              <a:spcBef>
                <a:spcPts val="0"/>
              </a:spcBef>
              <a:spcAft>
                <a:spcPts val="0"/>
              </a:spcAft>
              <a:buNone/>
            </a:pPr>
            <a:r>
              <a:rPr b="1" lang="zh-TW" sz="1300">
                <a:solidFill>
                  <a:schemeClr val="accent1"/>
                </a:solidFill>
              </a:rPr>
              <a:t>2</a:t>
            </a:r>
            <a:endParaRPr b="1" sz="1300">
              <a:solidFill>
                <a:schemeClr val="accent1"/>
              </a:solidFill>
            </a:endParaRPr>
          </a:p>
        </p:txBody>
      </p:sp>
      <p:sp>
        <p:nvSpPr>
          <p:cNvPr descr="year_2" id="810" name="Google Shape;810;p102"/>
          <p:cNvSpPr txBox="1"/>
          <p:nvPr>
            <p:ph idx="4294967295" type="subTitle"/>
          </p:nvPr>
        </p:nvSpPr>
        <p:spPr>
          <a:xfrm>
            <a:off x="4643005" y="2036100"/>
            <a:ext cx="2023500" cy="365400"/>
          </a:xfrm>
          <a:prstGeom prst="rect">
            <a:avLst/>
          </a:prstGeom>
          <a:noFill/>
        </p:spPr>
        <p:txBody>
          <a:bodyPr anchorCtr="0" anchor="t" bIns="91425" lIns="0" spcFirstLastPara="1" rIns="91425" wrap="square" tIns="91425">
            <a:noAutofit/>
          </a:bodyPr>
          <a:lstStyle/>
          <a:p>
            <a:pPr indent="0" lvl="0" marL="0" marR="0" rtl="0" algn="l">
              <a:lnSpc>
                <a:spcPct val="90000"/>
              </a:lnSpc>
              <a:spcBef>
                <a:spcPts val="0"/>
              </a:spcBef>
              <a:spcAft>
                <a:spcPts val="0"/>
              </a:spcAft>
              <a:buNone/>
            </a:pPr>
            <a:r>
              <a:rPr b="1" lang="zh-TW" sz="1300">
                <a:solidFill>
                  <a:schemeClr val="accent1"/>
                </a:solidFill>
              </a:rPr>
              <a:t>3</a:t>
            </a:r>
            <a:endParaRPr b="1" sz="1300">
              <a:solidFill>
                <a:schemeClr val="accent1"/>
              </a:solidFill>
            </a:endParaRPr>
          </a:p>
        </p:txBody>
      </p:sp>
      <p:sp>
        <p:nvSpPr>
          <p:cNvPr descr="header_3" id="811" name="Google Shape;811;p102"/>
          <p:cNvSpPr txBox="1"/>
          <p:nvPr>
            <p:ph idx="4294967295" type="subTitle"/>
          </p:nvPr>
        </p:nvSpPr>
        <p:spPr>
          <a:xfrm>
            <a:off x="6808575" y="2401523"/>
            <a:ext cx="2023500" cy="365700"/>
          </a:xfrm>
          <a:prstGeom prst="rect">
            <a:avLst/>
          </a:prstGeom>
        </p:spPr>
        <p:txBody>
          <a:bodyPr anchorCtr="0" anchor="t" bIns="91425" lIns="0" spcFirstLastPara="1" rIns="91425" wrap="square" tIns="45700">
            <a:noAutofit/>
          </a:bodyPr>
          <a:lstStyle/>
          <a:p>
            <a:pPr indent="0" lvl="0" marL="0" rtl="0" algn="l">
              <a:lnSpc>
                <a:spcPct val="100000"/>
              </a:lnSpc>
              <a:spcBef>
                <a:spcPts val="0"/>
              </a:spcBef>
              <a:spcAft>
                <a:spcPts val="1200"/>
              </a:spcAft>
              <a:buNone/>
            </a:pPr>
            <a:r>
              <a:rPr b="1" lang="zh-TW"/>
              <a:t>Testing &amp; Validation</a:t>
            </a:r>
            <a:endParaRPr b="1">
              <a:latin typeface="Hanken Grotesk"/>
              <a:ea typeface="Hanken Grotesk"/>
              <a:cs typeface="Hanken Grotesk"/>
              <a:sym typeface="Hanken Grotesk"/>
            </a:endParaRPr>
          </a:p>
        </p:txBody>
      </p:sp>
      <p:sp>
        <p:nvSpPr>
          <p:cNvPr descr="detail_3" id="812" name="Google Shape;812;p102"/>
          <p:cNvSpPr txBox="1"/>
          <p:nvPr>
            <p:ph idx="4294967295" type="body"/>
          </p:nvPr>
        </p:nvSpPr>
        <p:spPr>
          <a:xfrm>
            <a:off x="6808575" y="2825878"/>
            <a:ext cx="2023500" cy="1829700"/>
          </a:xfrm>
          <a:prstGeom prst="rect">
            <a:avLst/>
          </a:prstGeom>
          <a:noFill/>
          <a:ln>
            <a:noFill/>
          </a:ln>
        </p:spPr>
        <p:txBody>
          <a:bodyPr anchorCtr="0" anchor="t" bIns="91425" lIns="0" spcFirstLastPara="1" rIns="91425" wrap="square" tIns="91425">
            <a:noAutofit/>
          </a:bodyPr>
          <a:lstStyle/>
          <a:p>
            <a:pPr indent="0" lvl="0" marL="0" rtl="0" algn="l">
              <a:lnSpc>
                <a:spcPct val="125000"/>
              </a:lnSpc>
              <a:spcBef>
                <a:spcPts val="0"/>
              </a:spcBef>
              <a:spcAft>
                <a:spcPts val="1200"/>
              </a:spcAft>
              <a:buClr>
                <a:schemeClr val="dk1"/>
              </a:buClr>
              <a:buSzPts val="1100"/>
              <a:buNone/>
            </a:pPr>
            <a:r>
              <a:rPr lang="zh-TW" sz="1000"/>
              <a:t>Conducted extensive</a:t>
            </a:r>
            <a:r>
              <a:rPr lang="zh-TW" sz="1000">
                <a:solidFill>
                  <a:srgbClr val="FF0000"/>
                </a:solidFill>
              </a:rPr>
              <a:t> unit and integration testing</a:t>
            </a:r>
            <a:r>
              <a:rPr lang="zh-TW" sz="1000"/>
              <a:t>, confirming system </a:t>
            </a:r>
            <a:r>
              <a:rPr b="1" lang="zh-TW" sz="1000"/>
              <a:t>robustness</a:t>
            </a:r>
            <a:r>
              <a:rPr lang="zh-TW" sz="1000"/>
              <a:t> and seamless user experience </a:t>
            </a:r>
            <a:r>
              <a:rPr b="1" lang="zh-TW" sz="1000"/>
              <a:t>across modules</a:t>
            </a:r>
            <a:r>
              <a:rPr lang="zh-TW" sz="1000"/>
              <a:t>.</a:t>
            </a:r>
            <a:endParaRPr sz="1000"/>
          </a:p>
        </p:txBody>
      </p:sp>
      <p:sp>
        <p:nvSpPr>
          <p:cNvPr descr="year_3" id="813" name="Google Shape;813;p102"/>
          <p:cNvSpPr txBox="1"/>
          <p:nvPr>
            <p:ph idx="4294967295" type="subTitle"/>
          </p:nvPr>
        </p:nvSpPr>
        <p:spPr>
          <a:xfrm>
            <a:off x="6808580" y="2036100"/>
            <a:ext cx="2023500" cy="365400"/>
          </a:xfrm>
          <a:prstGeom prst="rect">
            <a:avLst/>
          </a:prstGeom>
          <a:noFill/>
        </p:spPr>
        <p:txBody>
          <a:bodyPr anchorCtr="0" anchor="t" bIns="91425" lIns="0" spcFirstLastPara="1" rIns="91425" wrap="square" tIns="91425">
            <a:noAutofit/>
          </a:bodyPr>
          <a:lstStyle/>
          <a:p>
            <a:pPr indent="0" lvl="0" marL="0" marR="0" rtl="0" algn="l">
              <a:lnSpc>
                <a:spcPct val="90000"/>
              </a:lnSpc>
              <a:spcBef>
                <a:spcPts val="0"/>
              </a:spcBef>
              <a:spcAft>
                <a:spcPts val="0"/>
              </a:spcAft>
              <a:buNone/>
            </a:pPr>
            <a:r>
              <a:rPr b="1" lang="zh-TW" sz="1300">
                <a:solidFill>
                  <a:schemeClr val="accent1"/>
                </a:solidFill>
              </a:rPr>
              <a:t>4</a:t>
            </a:r>
            <a:endParaRPr b="1" sz="1300">
              <a:solidFill>
                <a:schemeClr val="accent1"/>
              </a:solidFill>
            </a:endParaRPr>
          </a:p>
        </p:txBody>
      </p:sp>
      <p:sp>
        <p:nvSpPr>
          <p:cNvPr id="814" name="Google Shape;814;p102"/>
          <p:cNvSpPr/>
          <p:nvPr/>
        </p:nvSpPr>
        <p:spPr>
          <a:xfrm>
            <a:off x="159750" y="1305851"/>
            <a:ext cx="445200" cy="445200"/>
          </a:xfrm>
          <a:prstGeom prst="ellipse">
            <a:avLst/>
          </a:prstGeom>
          <a:solidFill>
            <a:schemeClr val="lt2"/>
          </a:solid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815" name="Google Shape;815;p102"/>
          <p:cNvSpPr/>
          <p:nvPr/>
        </p:nvSpPr>
        <p:spPr>
          <a:xfrm>
            <a:off x="2328667" y="1305851"/>
            <a:ext cx="445200" cy="445200"/>
          </a:xfrm>
          <a:prstGeom prst="ellipse">
            <a:avLst/>
          </a:prstGeom>
          <a:solidFill>
            <a:schemeClr val="lt2"/>
          </a:solid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816" name="Google Shape;816;p102"/>
          <p:cNvSpPr/>
          <p:nvPr/>
        </p:nvSpPr>
        <p:spPr>
          <a:xfrm>
            <a:off x="4497583" y="1305851"/>
            <a:ext cx="445200" cy="445200"/>
          </a:xfrm>
          <a:prstGeom prst="ellipse">
            <a:avLst/>
          </a:prstGeom>
          <a:solidFill>
            <a:schemeClr val="lt2"/>
          </a:solid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Arial"/>
              <a:ea typeface="Arial"/>
              <a:cs typeface="Arial"/>
              <a:sym typeface="Arial"/>
            </a:endParaRPr>
          </a:p>
        </p:txBody>
      </p:sp>
      <p:cxnSp>
        <p:nvCxnSpPr>
          <p:cNvPr id="817" name="Google Shape;817;p102"/>
          <p:cNvCxnSpPr/>
          <p:nvPr/>
        </p:nvCxnSpPr>
        <p:spPr>
          <a:xfrm>
            <a:off x="382350" y="1522213"/>
            <a:ext cx="0" cy="480600"/>
          </a:xfrm>
          <a:prstGeom prst="straightConnector1">
            <a:avLst/>
          </a:prstGeom>
          <a:noFill/>
          <a:ln cap="flat" cmpd="sng" w="9525">
            <a:solidFill>
              <a:schemeClr val="dk1"/>
            </a:solidFill>
            <a:prstDash val="solid"/>
            <a:round/>
            <a:headEnd len="med" w="med" type="none"/>
            <a:tailEnd len="med" w="med" type="none"/>
          </a:ln>
        </p:spPr>
      </p:cxnSp>
      <p:cxnSp>
        <p:nvCxnSpPr>
          <p:cNvPr id="818" name="Google Shape;818;p102"/>
          <p:cNvCxnSpPr/>
          <p:nvPr/>
        </p:nvCxnSpPr>
        <p:spPr>
          <a:xfrm>
            <a:off x="2557825" y="1522200"/>
            <a:ext cx="0" cy="480600"/>
          </a:xfrm>
          <a:prstGeom prst="straightConnector1">
            <a:avLst/>
          </a:prstGeom>
          <a:noFill/>
          <a:ln cap="flat" cmpd="sng" w="9525">
            <a:solidFill>
              <a:schemeClr val="dk1"/>
            </a:solidFill>
            <a:prstDash val="solid"/>
            <a:round/>
            <a:headEnd len="med" w="med" type="none"/>
            <a:tailEnd len="med" w="med" type="none"/>
          </a:ln>
        </p:spPr>
      </p:cxnSp>
      <p:cxnSp>
        <p:nvCxnSpPr>
          <p:cNvPr id="819" name="Google Shape;819;p102"/>
          <p:cNvCxnSpPr/>
          <p:nvPr/>
        </p:nvCxnSpPr>
        <p:spPr>
          <a:xfrm>
            <a:off x="4720183" y="1522200"/>
            <a:ext cx="0" cy="480600"/>
          </a:xfrm>
          <a:prstGeom prst="straightConnector1">
            <a:avLst/>
          </a:prstGeom>
          <a:noFill/>
          <a:ln cap="flat" cmpd="sng" w="9525">
            <a:solidFill>
              <a:schemeClr val="dk1"/>
            </a:solidFill>
            <a:prstDash val="solid"/>
            <a:round/>
            <a:headEnd len="med" w="med" type="none"/>
            <a:tailEnd len="med" w="med" type="none"/>
          </a:ln>
        </p:spPr>
      </p:cxnSp>
      <p:sp>
        <p:nvSpPr>
          <p:cNvPr id="820" name="Google Shape;820;p102"/>
          <p:cNvSpPr/>
          <p:nvPr/>
        </p:nvSpPr>
        <p:spPr>
          <a:xfrm>
            <a:off x="6666500" y="1305851"/>
            <a:ext cx="445200" cy="445200"/>
          </a:xfrm>
          <a:prstGeom prst="ellipse">
            <a:avLst/>
          </a:prstGeom>
          <a:solidFill>
            <a:schemeClr val="lt2"/>
          </a:solid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Arial"/>
              <a:ea typeface="Arial"/>
              <a:cs typeface="Arial"/>
              <a:sym typeface="Arial"/>
            </a:endParaRPr>
          </a:p>
        </p:txBody>
      </p:sp>
      <p:cxnSp>
        <p:nvCxnSpPr>
          <p:cNvPr id="821" name="Google Shape;821;p102"/>
          <p:cNvCxnSpPr/>
          <p:nvPr/>
        </p:nvCxnSpPr>
        <p:spPr>
          <a:xfrm>
            <a:off x="6889100" y="1522200"/>
            <a:ext cx="0" cy="480600"/>
          </a:xfrm>
          <a:prstGeom prst="straightConnector1">
            <a:avLst/>
          </a:prstGeom>
          <a:noFill/>
          <a:ln cap="flat" cmpd="sng" w="9525">
            <a:solidFill>
              <a:schemeClr val="dk1"/>
            </a:solidFill>
            <a:prstDash val="solid"/>
            <a:round/>
            <a:headEnd len="med" w="med" type="none"/>
            <a:tailEnd len="med" w="med" type="none"/>
          </a:ln>
        </p:spPr>
      </p:cxnSp>
      <p:pic>
        <p:nvPicPr>
          <p:cNvPr descr="logo" id="822" name="Google Shape;822;p102"/>
          <p:cNvPicPr preferRelativeResize="0"/>
          <p:nvPr/>
        </p:nvPicPr>
        <p:blipFill>
          <a:blip r:embed="rId3">
            <a:alphaModFix/>
          </a:blip>
          <a:stretch>
            <a:fillRect/>
          </a:stretch>
        </p:blipFill>
        <p:spPr>
          <a:xfrm>
            <a:off x="311700" y="4799400"/>
            <a:ext cx="1805026" cy="1920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pic>
        <p:nvPicPr>
          <p:cNvPr descr="Operating room Doctor or Surgeon anatomy on Advanced robotic surgery machine futuristic virtual interface, robotic surgery are precision, miniaturisation future of tomorrow healthcare and wellness (來源：Getty Images)" id="827" name="Google Shape;827;p103"/>
          <p:cNvPicPr preferRelativeResize="0"/>
          <p:nvPr/>
        </p:nvPicPr>
        <p:blipFill rotWithShape="1">
          <a:blip r:embed="rId3">
            <a:alphaModFix/>
          </a:blip>
          <a:srcRect b="0" l="41550" r="10496" t="0"/>
          <a:stretch/>
        </p:blipFill>
        <p:spPr>
          <a:xfrm>
            <a:off x="4638225" y="197850"/>
            <a:ext cx="4341300" cy="4747800"/>
          </a:xfrm>
          <a:prstGeom prst="roundRect">
            <a:avLst>
              <a:gd fmla="val 2199" name="adj"/>
            </a:avLst>
          </a:prstGeom>
          <a:noFill/>
          <a:ln>
            <a:noFill/>
          </a:ln>
        </p:spPr>
      </p:pic>
      <p:sp>
        <p:nvSpPr>
          <p:cNvPr descr="title" id="828" name="Google Shape;828;p103"/>
          <p:cNvSpPr txBox="1"/>
          <p:nvPr/>
        </p:nvSpPr>
        <p:spPr>
          <a:xfrm>
            <a:off x="311700" y="444125"/>
            <a:ext cx="4189200" cy="708300"/>
          </a:xfrm>
          <a:prstGeom prst="rect">
            <a:avLst/>
          </a:prstGeom>
          <a:noFill/>
          <a:ln>
            <a:noFill/>
          </a:ln>
        </p:spPr>
        <p:txBody>
          <a:bodyPr anchorCtr="0" anchor="t" bIns="91425" lIns="0" spcFirstLastPara="1" rIns="91425" wrap="square" tIns="91425">
            <a:noAutofit/>
          </a:bodyPr>
          <a:lstStyle/>
          <a:p>
            <a:pPr indent="0" lvl="0" marL="0" rtl="0" algn="l">
              <a:lnSpc>
                <a:spcPct val="90000"/>
              </a:lnSpc>
              <a:spcBef>
                <a:spcPts val="0"/>
              </a:spcBef>
              <a:spcAft>
                <a:spcPts val="0"/>
              </a:spcAft>
              <a:buNone/>
            </a:pPr>
            <a:r>
              <a:rPr b="1" lang="zh-TW" sz="2200">
                <a:solidFill>
                  <a:schemeClr val="dk1"/>
                </a:solidFill>
                <a:latin typeface="Hanken Grotesk"/>
                <a:ea typeface="Hanken Grotesk"/>
                <a:cs typeface="Hanken Grotesk"/>
                <a:sym typeface="Hanken Grotesk"/>
              </a:rPr>
              <a:t>Conclusions &amp; Future Work</a:t>
            </a:r>
            <a:endParaRPr b="1" sz="2200">
              <a:solidFill>
                <a:schemeClr val="dk1"/>
              </a:solidFill>
              <a:latin typeface="Hanken Grotesk"/>
              <a:ea typeface="Hanken Grotesk"/>
              <a:cs typeface="Hanken Grotesk"/>
              <a:sym typeface="Hanken Grotesk"/>
            </a:endParaRPr>
          </a:p>
        </p:txBody>
      </p:sp>
      <p:sp>
        <p:nvSpPr>
          <p:cNvPr descr="chapter" id="829" name="Google Shape;829;p103"/>
          <p:cNvSpPr txBox="1"/>
          <p:nvPr/>
        </p:nvSpPr>
        <p:spPr>
          <a:xfrm>
            <a:off x="311700" y="197800"/>
            <a:ext cx="4189200" cy="247200"/>
          </a:xfrm>
          <a:prstGeom prst="rect">
            <a:avLst/>
          </a:prstGeom>
          <a:noFill/>
          <a:ln>
            <a:noFill/>
          </a:ln>
        </p:spPr>
        <p:txBody>
          <a:bodyPr anchorCtr="0" anchor="ctr" bIns="45700" lIns="9125" spcFirstLastPara="1" rIns="91425" wrap="square" tIns="45700">
            <a:noAutofit/>
          </a:bodyPr>
          <a:lstStyle/>
          <a:p>
            <a:pPr indent="0" lvl="0" marL="0" rtl="0" algn="l">
              <a:lnSpc>
                <a:spcPct val="150000"/>
              </a:lnSpc>
              <a:spcBef>
                <a:spcPts val="900"/>
              </a:spcBef>
              <a:spcAft>
                <a:spcPts val="1200"/>
              </a:spcAft>
              <a:buNone/>
            </a:pPr>
            <a:r>
              <a:rPr lang="zh-TW" sz="1000">
                <a:solidFill>
                  <a:schemeClr val="dk2"/>
                </a:solidFill>
                <a:latin typeface="Hanken Grotesk Medium"/>
                <a:ea typeface="Hanken Grotesk Medium"/>
                <a:cs typeface="Hanken Grotesk Medium"/>
                <a:sym typeface="Hanken Grotesk Medium"/>
              </a:rPr>
              <a:t>Conclusion</a:t>
            </a:r>
            <a:endParaRPr sz="1000">
              <a:solidFill>
                <a:schemeClr val="dk2"/>
              </a:solidFill>
              <a:latin typeface="Hanken Grotesk Medium"/>
              <a:ea typeface="Hanken Grotesk Medium"/>
              <a:cs typeface="Hanken Grotesk Medium"/>
              <a:sym typeface="Hanken Grotesk Medium"/>
            </a:endParaRPr>
          </a:p>
        </p:txBody>
      </p:sp>
      <p:sp>
        <p:nvSpPr>
          <p:cNvPr descr="detail" id="830" name="Google Shape;830;p103"/>
          <p:cNvSpPr txBox="1"/>
          <p:nvPr/>
        </p:nvSpPr>
        <p:spPr>
          <a:xfrm>
            <a:off x="311700" y="1744300"/>
            <a:ext cx="4189200" cy="2911500"/>
          </a:xfrm>
          <a:prstGeom prst="rect">
            <a:avLst/>
          </a:prstGeom>
          <a:noFill/>
          <a:ln>
            <a:noFill/>
          </a:ln>
        </p:spPr>
        <p:txBody>
          <a:bodyPr anchorCtr="0" anchor="t" bIns="91425" lIns="0" spcFirstLastPara="1" rIns="91425" wrap="square" tIns="91425">
            <a:noAutofit/>
          </a:bodyPr>
          <a:lstStyle/>
          <a:p>
            <a:pPr indent="-241300" lvl="0" marL="285750" rtl="0" algn="l">
              <a:lnSpc>
                <a:spcPct val="115000"/>
              </a:lnSpc>
              <a:spcBef>
                <a:spcPts val="0"/>
              </a:spcBef>
              <a:spcAft>
                <a:spcPts val="0"/>
              </a:spcAft>
              <a:buClr>
                <a:schemeClr val="accent1"/>
              </a:buClr>
              <a:buSzPts val="1100"/>
              <a:buFont typeface="Hanken Grotesk"/>
              <a:buChar char="•"/>
            </a:pPr>
            <a:r>
              <a:rPr lang="zh-TW" sz="1100">
                <a:solidFill>
                  <a:schemeClr val="dk1"/>
                </a:solidFill>
                <a:latin typeface="Hanken Grotesk"/>
                <a:ea typeface="Hanken Grotesk"/>
                <a:cs typeface="Hanken Grotesk"/>
                <a:sym typeface="Hanken Grotesk"/>
              </a:rPr>
              <a:t>The system successfully integrates multiple advanced data structures, including</a:t>
            </a:r>
            <a:r>
              <a:rPr lang="zh-TW" sz="1000">
                <a:solidFill>
                  <a:srgbClr val="FF0000"/>
                </a:solidFill>
                <a:latin typeface="Hanken Grotesk"/>
                <a:ea typeface="Hanken Grotesk"/>
                <a:cs typeface="Hanken Grotesk"/>
                <a:sym typeface="Hanken Grotesk"/>
              </a:rPr>
              <a:t> </a:t>
            </a:r>
            <a:r>
              <a:rPr lang="zh-TW" sz="1100">
                <a:solidFill>
                  <a:srgbClr val="FF0000"/>
                </a:solidFill>
                <a:latin typeface="Hanken Grotesk"/>
                <a:ea typeface="Hanken Grotesk"/>
                <a:cs typeface="Hanken Grotesk"/>
                <a:sym typeface="Hanken Grotesk"/>
              </a:rPr>
              <a:t>Hash Tables, Priority Queues, and Binary Search Trees</a:t>
            </a:r>
            <a:r>
              <a:rPr lang="zh-TW" sz="1100">
                <a:solidFill>
                  <a:schemeClr val="dk1"/>
                </a:solidFill>
                <a:latin typeface="Hanken Grotesk"/>
                <a:ea typeface="Hanken Grotesk"/>
                <a:cs typeface="Hanken Grotesk"/>
                <a:sym typeface="Hanken Grotesk"/>
              </a:rPr>
              <a:t>, to ensure </a:t>
            </a:r>
            <a:r>
              <a:rPr b="1" lang="zh-TW" sz="1100">
                <a:solidFill>
                  <a:schemeClr val="dk1"/>
                </a:solidFill>
                <a:latin typeface="Hanken Grotesk"/>
                <a:ea typeface="Hanken Grotesk"/>
                <a:cs typeface="Hanken Grotesk"/>
                <a:sym typeface="Hanken Grotesk"/>
              </a:rPr>
              <a:t>efficient order </a:t>
            </a:r>
            <a:r>
              <a:rPr lang="zh-TW" sz="1100">
                <a:solidFill>
                  <a:schemeClr val="dk1"/>
                </a:solidFill>
                <a:latin typeface="Hanken Grotesk"/>
                <a:ea typeface="Hanken Grotesk"/>
                <a:cs typeface="Hanken Grotesk"/>
                <a:sym typeface="Hanken Grotesk"/>
              </a:rPr>
              <a:t>and </a:t>
            </a:r>
            <a:r>
              <a:rPr b="1" lang="zh-TW" sz="1100">
                <a:solidFill>
                  <a:schemeClr val="dk1"/>
                </a:solidFill>
                <a:latin typeface="Hanken Grotesk"/>
                <a:ea typeface="Hanken Grotesk"/>
                <a:cs typeface="Hanken Grotesk"/>
                <a:sym typeface="Hanken Grotesk"/>
              </a:rPr>
              <a:t>menu management.</a:t>
            </a:r>
            <a:endParaRPr b="1" sz="1100">
              <a:solidFill>
                <a:schemeClr val="dk1"/>
              </a:solidFill>
              <a:latin typeface="Hanken Grotesk"/>
              <a:ea typeface="Hanken Grotesk"/>
              <a:cs typeface="Hanken Grotesk"/>
              <a:sym typeface="Hanken Grotesk"/>
            </a:endParaRPr>
          </a:p>
          <a:p>
            <a:pPr indent="-241300" lvl="0" marL="285750" rtl="0" algn="l">
              <a:lnSpc>
                <a:spcPct val="115000"/>
              </a:lnSpc>
              <a:spcBef>
                <a:spcPts val="800"/>
              </a:spcBef>
              <a:spcAft>
                <a:spcPts val="0"/>
              </a:spcAft>
              <a:buClr>
                <a:schemeClr val="accent1"/>
              </a:buClr>
              <a:buSzPts val="1100"/>
              <a:buFont typeface="Hanken Grotesk"/>
              <a:buChar char="•"/>
            </a:pPr>
            <a:r>
              <a:rPr lang="zh-TW" sz="1100">
                <a:solidFill>
                  <a:srgbClr val="FF0000"/>
                </a:solidFill>
                <a:latin typeface="Hanken Grotesk"/>
                <a:ea typeface="Hanken Grotesk"/>
                <a:cs typeface="Hanken Grotesk"/>
                <a:sym typeface="Hanken Grotesk"/>
              </a:rPr>
              <a:t>User-friendly GUI</a:t>
            </a:r>
            <a:r>
              <a:rPr lang="zh-TW" sz="1100">
                <a:solidFill>
                  <a:schemeClr val="dk1"/>
                </a:solidFill>
                <a:latin typeface="Hanken Grotesk"/>
                <a:ea typeface="Hanken Grotesk"/>
                <a:cs typeface="Hanken Grotesk"/>
                <a:sym typeface="Hanken Grotesk"/>
              </a:rPr>
              <a:t> with </a:t>
            </a:r>
            <a:r>
              <a:rPr lang="zh-TW" sz="1100">
                <a:solidFill>
                  <a:srgbClr val="FF0000"/>
                </a:solidFill>
                <a:latin typeface="Hanken Grotesk"/>
                <a:ea typeface="Hanken Grotesk"/>
                <a:cs typeface="Hanken Grotesk"/>
                <a:sym typeface="Hanken Grotesk"/>
              </a:rPr>
              <a:t>JAVA FX</a:t>
            </a:r>
            <a:r>
              <a:rPr lang="zh-TW" sz="1100">
                <a:solidFill>
                  <a:schemeClr val="dk1"/>
                </a:solidFill>
                <a:latin typeface="Hanken Grotesk"/>
                <a:ea typeface="Hanken Grotesk"/>
                <a:cs typeface="Hanken Grotesk"/>
                <a:sym typeface="Hanken Grotesk"/>
              </a:rPr>
              <a:t> and </a:t>
            </a:r>
            <a:r>
              <a:rPr lang="zh-TW" sz="1100">
                <a:solidFill>
                  <a:srgbClr val="FF0000"/>
                </a:solidFill>
                <a:latin typeface="Hanken Grotesk"/>
                <a:ea typeface="Hanken Grotesk"/>
                <a:cs typeface="Hanken Grotesk"/>
                <a:sym typeface="Hanken Grotesk"/>
              </a:rPr>
              <a:t>MVC architecture </a:t>
            </a:r>
            <a:r>
              <a:rPr lang="zh-TW" sz="1100">
                <a:solidFill>
                  <a:schemeClr val="dk1"/>
                </a:solidFill>
                <a:latin typeface="Hanken Grotesk"/>
                <a:ea typeface="Hanken Grotesk"/>
                <a:cs typeface="Hanken Grotesk"/>
                <a:sym typeface="Hanken Grotesk"/>
              </a:rPr>
              <a:t>provide seamless interaction and maintainability across the customer ordering and kitchen modules.</a:t>
            </a:r>
            <a:endParaRPr sz="1100">
              <a:solidFill>
                <a:schemeClr val="dk1"/>
              </a:solidFill>
              <a:latin typeface="Hanken Grotesk"/>
              <a:ea typeface="Hanken Grotesk"/>
              <a:cs typeface="Hanken Grotesk"/>
              <a:sym typeface="Hanken Grotesk"/>
            </a:endParaRPr>
          </a:p>
          <a:p>
            <a:pPr indent="-241300" lvl="0" marL="285750" rtl="0" algn="l">
              <a:lnSpc>
                <a:spcPct val="115000"/>
              </a:lnSpc>
              <a:spcBef>
                <a:spcPts val="800"/>
              </a:spcBef>
              <a:spcAft>
                <a:spcPts val="0"/>
              </a:spcAft>
              <a:buClr>
                <a:schemeClr val="accent1"/>
              </a:buClr>
              <a:buSzPts val="1100"/>
              <a:buFont typeface="Hanken Grotesk"/>
              <a:buChar char="•"/>
            </a:pPr>
            <a:r>
              <a:rPr b="1" lang="zh-TW" sz="1100">
                <a:solidFill>
                  <a:schemeClr val="dk1"/>
                </a:solidFill>
                <a:latin typeface="Hanken Grotesk"/>
                <a:ea typeface="Hanken Grotesk"/>
                <a:cs typeface="Hanken Grotesk"/>
                <a:sym typeface="Hanken Grotesk"/>
              </a:rPr>
              <a:t>Future development plans</a:t>
            </a:r>
            <a:r>
              <a:rPr lang="zh-TW" sz="1100">
                <a:solidFill>
                  <a:schemeClr val="dk1"/>
                </a:solidFill>
                <a:latin typeface="Hanken Grotesk"/>
                <a:ea typeface="Hanken Grotesk"/>
                <a:cs typeface="Hanken Grotesk"/>
                <a:sym typeface="Hanken Grotesk"/>
              </a:rPr>
              <a:t> include implementing </a:t>
            </a:r>
            <a:r>
              <a:rPr lang="zh-TW" sz="1100">
                <a:solidFill>
                  <a:srgbClr val="FF0000"/>
                </a:solidFill>
                <a:latin typeface="Hanken Grotesk"/>
                <a:ea typeface="Hanken Grotesk"/>
                <a:cs typeface="Hanken Grotesk"/>
                <a:sym typeface="Hanken Grotesk"/>
              </a:rPr>
              <a:t>database </a:t>
            </a:r>
            <a:r>
              <a:rPr lang="zh-TW" sz="1100">
                <a:solidFill>
                  <a:schemeClr val="dk1"/>
                </a:solidFill>
                <a:latin typeface="Hanken Grotesk"/>
                <a:ea typeface="Hanken Grotesk"/>
                <a:cs typeface="Hanken Grotesk"/>
                <a:sym typeface="Hanken Grotesk"/>
              </a:rPr>
              <a:t>persistence for data durability, </a:t>
            </a:r>
            <a:r>
              <a:rPr lang="zh-TW" sz="1100">
                <a:solidFill>
                  <a:srgbClr val="FF0000"/>
                </a:solidFill>
                <a:latin typeface="Hanken Grotesk"/>
                <a:ea typeface="Hanken Grotesk"/>
                <a:cs typeface="Hanken Grotesk"/>
                <a:sym typeface="Hanken Grotesk"/>
              </a:rPr>
              <a:t>user authentication</a:t>
            </a:r>
            <a:r>
              <a:rPr lang="zh-TW" sz="1100">
                <a:solidFill>
                  <a:schemeClr val="dk1"/>
                </a:solidFill>
                <a:latin typeface="Hanken Grotesk"/>
                <a:ea typeface="Hanken Grotesk"/>
                <a:cs typeface="Hanken Grotesk"/>
                <a:sym typeface="Hanken Grotesk"/>
              </a:rPr>
              <a:t> for security, and </a:t>
            </a:r>
            <a:r>
              <a:rPr lang="zh-TW" sz="1100">
                <a:solidFill>
                  <a:srgbClr val="FF0000"/>
                </a:solidFill>
                <a:latin typeface="Hanken Grotesk"/>
                <a:ea typeface="Hanken Grotesk"/>
                <a:cs typeface="Hanken Grotesk"/>
                <a:sym typeface="Hanken Grotesk"/>
              </a:rPr>
              <a:t>analytics</a:t>
            </a:r>
            <a:r>
              <a:rPr lang="zh-TW" sz="1100">
                <a:solidFill>
                  <a:schemeClr val="dk1"/>
                </a:solidFill>
                <a:latin typeface="Hanken Grotesk"/>
                <a:ea typeface="Hanken Grotesk"/>
                <a:cs typeface="Hanken Grotesk"/>
                <a:sym typeface="Hanken Grotesk"/>
              </a:rPr>
              <a:t> for business insights.</a:t>
            </a:r>
            <a:endParaRPr sz="1100">
              <a:solidFill>
                <a:schemeClr val="dk1"/>
              </a:solidFill>
              <a:latin typeface="Hanken Grotesk"/>
              <a:ea typeface="Hanken Grotesk"/>
              <a:cs typeface="Hanken Grotesk"/>
              <a:sym typeface="Hanken Grotesk"/>
            </a:endParaRPr>
          </a:p>
          <a:p>
            <a:pPr indent="-241300" lvl="0" marL="285750" rtl="0" algn="l">
              <a:lnSpc>
                <a:spcPct val="115000"/>
              </a:lnSpc>
              <a:spcBef>
                <a:spcPts val="800"/>
              </a:spcBef>
              <a:spcAft>
                <a:spcPts val="800"/>
              </a:spcAft>
              <a:buClr>
                <a:schemeClr val="accent1"/>
              </a:buClr>
              <a:buSzPts val="1100"/>
              <a:buFont typeface="Hanken Grotesk"/>
              <a:buChar char="•"/>
            </a:pPr>
            <a:r>
              <a:rPr lang="zh-TW" sz="1100">
                <a:solidFill>
                  <a:schemeClr val="dk1"/>
                </a:solidFill>
                <a:latin typeface="Hanken Grotesk"/>
                <a:ea typeface="Hanken Grotesk"/>
                <a:cs typeface="Hanken Grotesk"/>
                <a:sym typeface="Hanken Grotesk"/>
              </a:rPr>
              <a:t>Additional features planned are real-time notifications, a dedicated mobile app for accessibility, and comprehensive reporting tools to support restaurant management decisions.</a:t>
            </a:r>
            <a:endParaRPr sz="1100">
              <a:solidFill>
                <a:schemeClr val="dk1"/>
              </a:solidFill>
              <a:latin typeface="Hanken Grotesk"/>
              <a:ea typeface="Hanken Grotesk"/>
              <a:cs typeface="Hanken Grotesk"/>
              <a:sym typeface="Hanken Grotesk"/>
            </a:endParaRPr>
          </a:p>
        </p:txBody>
      </p:sp>
      <p:sp>
        <p:nvSpPr>
          <p:cNvPr descr="header" id="831" name="Google Shape;831;p103"/>
          <p:cNvSpPr txBox="1"/>
          <p:nvPr/>
        </p:nvSpPr>
        <p:spPr>
          <a:xfrm>
            <a:off x="312450" y="1378600"/>
            <a:ext cx="4189200" cy="365700"/>
          </a:xfrm>
          <a:prstGeom prst="rect">
            <a:avLst/>
          </a:prstGeom>
          <a:noFill/>
          <a:ln>
            <a:noFill/>
          </a:ln>
        </p:spPr>
        <p:txBody>
          <a:bodyPr anchorCtr="0" anchor="t" bIns="91425" lIns="0" spcFirstLastPara="1" rIns="91425" wrap="square" tIns="91425">
            <a:noAutofit/>
          </a:bodyPr>
          <a:lstStyle/>
          <a:p>
            <a:pPr indent="0" lvl="0" marL="0" rtl="0" algn="l">
              <a:lnSpc>
                <a:spcPct val="90000"/>
              </a:lnSpc>
              <a:spcBef>
                <a:spcPts val="0"/>
              </a:spcBef>
              <a:spcAft>
                <a:spcPts val="1200"/>
              </a:spcAft>
              <a:buNone/>
            </a:pPr>
            <a:r>
              <a:rPr b="1" lang="zh-TW" sz="1300">
                <a:solidFill>
                  <a:schemeClr val="accent1"/>
                </a:solidFill>
                <a:latin typeface="Hanken Grotesk"/>
                <a:ea typeface="Hanken Grotesk"/>
                <a:cs typeface="Hanken Grotesk"/>
                <a:sym typeface="Hanken Grotesk"/>
              </a:rPr>
              <a:t>Key Conclusions and Future Enhancements</a:t>
            </a:r>
            <a:endParaRPr b="1" sz="1300">
              <a:solidFill>
                <a:schemeClr val="accent1"/>
              </a:solidFill>
              <a:latin typeface="Hanken Grotesk"/>
              <a:ea typeface="Hanken Grotesk"/>
              <a:cs typeface="Hanken Grotesk"/>
              <a:sym typeface="Hanken Grotesk"/>
            </a:endParaRPr>
          </a:p>
        </p:txBody>
      </p:sp>
      <p:pic>
        <p:nvPicPr>
          <p:cNvPr descr="logo" id="832" name="Google Shape;832;p103"/>
          <p:cNvPicPr preferRelativeResize="0"/>
          <p:nvPr/>
        </p:nvPicPr>
        <p:blipFill>
          <a:blip r:embed="rId4">
            <a:alphaModFix/>
          </a:blip>
          <a:stretch>
            <a:fillRect/>
          </a:stretch>
        </p:blipFill>
        <p:spPr>
          <a:xfrm>
            <a:off x="311700" y="4799400"/>
            <a:ext cx="1805026" cy="1920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pic>
        <p:nvPicPr>
          <p:cNvPr id="837" name="Google Shape;837;p104"/>
          <p:cNvPicPr preferRelativeResize="0"/>
          <p:nvPr/>
        </p:nvPicPr>
        <p:blipFill>
          <a:blip r:embed="rId3">
            <a:alphaModFix/>
          </a:blip>
          <a:stretch>
            <a:fillRect/>
          </a:stretch>
        </p:blipFill>
        <p:spPr>
          <a:xfrm>
            <a:off x="1104013" y="1152438"/>
            <a:ext cx="201168" cy="201168"/>
          </a:xfrm>
          <a:prstGeom prst="rect">
            <a:avLst/>
          </a:prstGeom>
          <a:noFill/>
          <a:ln cap="flat" cmpd="sng" w="9525">
            <a:solidFill>
              <a:srgbClr val="4340FF">
                <a:alpha val="0"/>
              </a:srgbClr>
            </a:solidFill>
            <a:prstDash val="solid"/>
            <a:round/>
            <a:headEnd len="sm" w="sm" type="none"/>
            <a:tailEnd len="sm" w="sm" type="none"/>
          </a:ln>
        </p:spPr>
      </p:pic>
      <p:pic>
        <p:nvPicPr>
          <p:cNvPr id="838" name="Google Shape;838;p104"/>
          <p:cNvPicPr preferRelativeResize="0"/>
          <p:nvPr/>
        </p:nvPicPr>
        <p:blipFill>
          <a:blip r:embed="rId4">
            <a:alphaModFix/>
          </a:blip>
          <a:stretch>
            <a:fillRect/>
          </a:stretch>
        </p:blipFill>
        <p:spPr>
          <a:xfrm>
            <a:off x="2830825" y="1152438"/>
            <a:ext cx="201168" cy="201168"/>
          </a:xfrm>
          <a:prstGeom prst="rect">
            <a:avLst/>
          </a:prstGeom>
          <a:noFill/>
          <a:ln cap="flat" cmpd="sng" w="9525">
            <a:solidFill>
              <a:srgbClr val="4340FF">
                <a:alpha val="0"/>
              </a:srgbClr>
            </a:solidFill>
            <a:prstDash val="solid"/>
            <a:round/>
            <a:headEnd len="sm" w="sm" type="none"/>
            <a:tailEnd len="sm" w="sm" type="none"/>
          </a:ln>
        </p:spPr>
      </p:pic>
      <p:pic>
        <p:nvPicPr>
          <p:cNvPr id="839" name="Google Shape;839;p104"/>
          <p:cNvPicPr preferRelativeResize="0"/>
          <p:nvPr/>
        </p:nvPicPr>
        <p:blipFill>
          <a:blip r:embed="rId5">
            <a:alphaModFix/>
          </a:blip>
          <a:stretch>
            <a:fillRect/>
          </a:stretch>
        </p:blipFill>
        <p:spPr>
          <a:xfrm>
            <a:off x="4557625" y="1152438"/>
            <a:ext cx="201168" cy="201168"/>
          </a:xfrm>
          <a:prstGeom prst="rect">
            <a:avLst/>
          </a:prstGeom>
          <a:noFill/>
          <a:ln cap="flat" cmpd="sng" w="9525">
            <a:solidFill>
              <a:srgbClr val="4340FF">
                <a:alpha val="0"/>
              </a:srgbClr>
            </a:solidFill>
            <a:prstDash val="solid"/>
            <a:round/>
            <a:headEnd len="sm" w="sm" type="none"/>
            <a:tailEnd len="sm" w="sm" type="none"/>
          </a:ln>
        </p:spPr>
      </p:pic>
      <p:pic>
        <p:nvPicPr>
          <p:cNvPr id="840" name="Google Shape;840;p104"/>
          <p:cNvPicPr preferRelativeResize="0"/>
          <p:nvPr/>
        </p:nvPicPr>
        <p:blipFill>
          <a:blip r:embed="rId6">
            <a:alphaModFix/>
          </a:blip>
          <a:stretch>
            <a:fillRect/>
          </a:stretch>
        </p:blipFill>
        <p:spPr>
          <a:xfrm>
            <a:off x="6284413" y="1152438"/>
            <a:ext cx="201168" cy="201168"/>
          </a:xfrm>
          <a:prstGeom prst="rect">
            <a:avLst/>
          </a:prstGeom>
          <a:noFill/>
          <a:ln cap="flat" cmpd="sng" w="9525">
            <a:solidFill>
              <a:srgbClr val="4340FF">
                <a:alpha val="0"/>
              </a:srgbClr>
            </a:solidFill>
            <a:prstDash val="solid"/>
            <a:round/>
            <a:headEnd len="sm" w="sm" type="none"/>
            <a:tailEnd len="sm" w="sm" type="none"/>
          </a:ln>
        </p:spPr>
      </p:pic>
      <p:sp>
        <p:nvSpPr>
          <p:cNvPr descr="title" id="841" name="Google Shape;841;p104"/>
          <p:cNvSpPr txBox="1"/>
          <p:nvPr>
            <p:ph type="title"/>
          </p:nvPr>
        </p:nvSpPr>
        <p:spPr>
          <a:xfrm>
            <a:off x="311700" y="444125"/>
            <a:ext cx="8520600" cy="475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SzPts val="990"/>
              <a:buNone/>
            </a:pPr>
            <a:r>
              <a:rPr lang="zh-TW"/>
              <a:t>Job Assignments</a:t>
            </a:r>
            <a:endParaRPr/>
          </a:p>
        </p:txBody>
      </p:sp>
      <p:sp>
        <p:nvSpPr>
          <p:cNvPr descr="chapter" id="842" name="Google Shape;842;p104"/>
          <p:cNvSpPr txBox="1"/>
          <p:nvPr/>
        </p:nvSpPr>
        <p:spPr>
          <a:xfrm>
            <a:off x="311700" y="197800"/>
            <a:ext cx="4189200" cy="247200"/>
          </a:xfrm>
          <a:prstGeom prst="rect">
            <a:avLst/>
          </a:prstGeom>
          <a:noFill/>
          <a:ln>
            <a:noFill/>
          </a:ln>
        </p:spPr>
        <p:txBody>
          <a:bodyPr anchorCtr="0" anchor="ctr" bIns="45700" lIns="9125" spcFirstLastPara="1" rIns="91425" wrap="square" tIns="45700">
            <a:noAutofit/>
          </a:bodyPr>
          <a:lstStyle/>
          <a:p>
            <a:pPr indent="0" lvl="0" marL="0" rtl="0" algn="l">
              <a:lnSpc>
                <a:spcPct val="150000"/>
              </a:lnSpc>
              <a:spcBef>
                <a:spcPts val="900"/>
              </a:spcBef>
              <a:spcAft>
                <a:spcPts val="1200"/>
              </a:spcAft>
              <a:buNone/>
            </a:pPr>
            <a:r>
              <a:rPr lang="zh-TW" sz="1000">
                <a:solidFill>
                  <a:schemeClr val="dk2"/>
                </a:solidFill>
                <a:latin typeface="Hanken Grotesk Medium"/>
                <a:ea typeface="Hanken Grotesk Medium"/>
                <a:cs typeface="Hanken Grotesk Medium"/>
                <a:sym typeface="Hanken Grotesk Medium"/>
              </a:rPr>
              <a:t>Teamwork</a:t>
            </a:r>
            <a:endParaRPr sz="1000">
              <a:solidFill>
                <a:schemeClr val="dk2"/>
              </a:solidFill>
              <a:latin typeface="Hanken Grotesk Medium"/>
              <a:ea typeface="Hanken Grotesk Medium"/>
              <a:cs typeface="Hanken Grotesk Medium"/>
              <a:sym typeface="Hanken Grotesk Medium"/>
            </a:endParaRPr>
          </a:p>
        </p:txBody>
      </p:sp>
      <p:sp>
        <p:nvSpPr>
          <p:cNvPr descr="detail_0" id="843" name="Google Shape;843;p104"/>
          <p:cNvSpPr txBox="1"/>
          <p:nvPr>
            <p:ph idx="4294967295" type="body"/>
          </p:nvPr>
        </p:nvSpPr>
        <p:spPr>
          <a:xfrm>
            <a:off x="1104010" y="1886550"/>
            <a:ext cx="1613400" cy="27690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800"/>
              </a:spcAft>
              <a:buNone/>
            </a:pPr>
            <a:r>
              <a:rPr lang="zh-TW" sz="1000"/>
              <a:t>Focused on implementing the </a:t>
            </a:r>
            <a:r>
              <a:rPr lang="zh-TW" sz="1000">
                <a:solidFill>
                  <a:srgbClr val="FF0000"/>
                </a:solidFill>
              </a:rPr>
              <a:t>Hash Table ADT</a:t>
            </a:r>
            <a:r>
              <a:rPr lang="zh-TW" sz="1000"/>
              <a:t>, </a:t>
            </a:r>
            <a:r>
              <a:rPr lang="zh-TW" sz="1000">
                <a:solidFill>
                  <a:srgbClr val="FF0000"/>
                </a:solidFill>
              </a:rPr>
              <a:t>customer ordering GUI,</a:t>
            </a:r>
            <a:r>
              <a:rPr lang="zh-TW" sz="1000"/>
              <a:t> shopping cart features, and queue integration</a:t>
            </a:r>
            <a:endParaRPr sz="1000"/>
          </a:p>
        </p:txBody>
      </p:sp>
      <p:sp>
        <p:nvSpPr>
          <p:cNvPr descr="header_0" id="844" name="Google Shape;844;p104"/>
          <p:cNvSpPr txBox="1"/>
          <p:nvPr>
            <p:ph idx="4294967295" type="subTitle"/>
          </p:nvPr>
        </p:nvSpPr>
        <p:spPr>
          <a:xfrm>
            <a:off x="1104000" y="1474950"/>
            <a:ext cx="1613400" cy="507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a:t>Wei-Hong Responsibilities</a:t>
            </a:r>
            <a:endParaRPr b="1"/>
          </a:p>
        </p:txBody>
      </p:sp>
      <p:sp>
        <p:nvSpPr>
          <p:cNvPr descr="header_1" id="845" name="Google Shape;845;p104"/>
          <p:cNvSpPr txBox="1"/>
          <p:nvPr>
            <p:ph idx="4294967295" type="subTitle"/>
          </p:nvPr>
        </p:nvSpPr>
        <p:spPr>
          <a:xfrm>
            <a:off x="2830852" y="1474950"/>
            <a:ext cx="1613400" cy="507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a:t>Hsuan-Hung Responsibilities</a:t>
            </a:r>
            <a:endParaRPr b="1"/>
          </a:p>
        </p:txBody>
      </p:sp>
      <p:sp>
        <p:nvSpPr>
          <p:cNvPr descr="detail_1" id="846" name="Google Shape;846;p104"/>
          <p:cNvSpPr txBox="1"/>
          <p:nvPr>
            <p:ph idx="4294967295" type="body"/>
          </p:nvPr>
        </p:nvSpPr>
        <p:spPr>
          <a:xfrm>
            <a:off x="2830876" y="1886550"/>
            <a:ext cx="1613400" cy="27690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800"/>
              </a:spcAft>
              <a:buNone/>
            </a:pPr>
            <a:r>
              <a:rPr lang="zh-TW" sz="1000"/>
              <a:t>Developed the </a:t>
            </a:r>
            <a:r>
              <a:rPr lang="zh-TW" sz="1000">
                <a:solidFill>
                  <a:srgbClr val="FF0000"/>
                </a:solidFill>
              </a:rPr>
              <a:t>Priority Queue ADT</a:t>
            </a:r>
            <a:r>
              <a:rPr lang="zh-TW" sz="1000"/>
              <a:t>, </a:t>
            </a:r>
            <a:r>
              <a:rPr lang="zh-TW" sz="1000">
                <a:solidFill>
                  <a:srgbClr val="FF0000"/>
                </a:solidFill>
              </a:rPr>
              <a:t>kitchen management GUI</a:t>
            </a:r>
            <a:r>
              <a:rPr lang="zh-TW" sz="1000"/>
              <a:t>, status management, and priority processing logic</a:t>
            </a:r>
            <a:endParaRPr sz="1000"/>
          </a:p>
        </p:txBody>
      </p:sp>
      <p:sp>
        <p:nvSpPr>
          <p:cNvPr descr="header_2" id="847" name="Google Shape;847;p104"/>
          <p:cNvSpPr txBox="1"/>
          <p:nvPr>
            <p:ph idx="4294967295" type="body"/>
          </p:nvPr>
        </p:nvSpPr>
        <p:spPr>
          <a:xfrm>
            <a:off x="4557644" y="1474950"/>
            <a:ext cx="1613400" cy="507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a:t>Han-Sheng Responsibilities</a:t>
            </a:r>
            <a:endParaRPr b="1"/>
          </a:p>
        </p:txBody>
      </p:sp>
      <p:sp>
        <p:nvSpPr>
          <p:cNvPr descr="detail_2" id="848" name="Google Shape;848;p104"/>
          <p:cNvSpPr txBox="1"/>
          <p:nvPr>
            <p:ph idx="4294967295" type="body"/>
          </p:nvPr>
        </p:nvSpPr>
        <p:spPr>
          <a:xfrm>
            <a:off x="4557669" y="1886550"/>
            <a:ext cx="1613400" cy="27690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800"/>
              </a:spcAft>
              <a:buNone/>
            </a:pPr>
            <a:r>
              <a:rPr lang="zh-TW" sz="1000"/>
              <a:t>Handled the </a:t>
            </a:r>
            <a:r>
              <a:rPr lang="zh-TW" sz="1000">
                <a:solidFill>
                  <a:srgbClr val="FF0000"/>
                </a:solidFill>
              </a:rPr>
              <a:t>Binary Search Tree ADT </a:t>
            </a:r>
            <a:r>
              <a:rPr lang="zh-TW" sz="1000"/>
              <a:t>implementation, </a:t>
            </a:r>
            <a:r>
              <a:rPr lang="zh-TW" sz="1000">
                <a:solidFill>
                  <a:srgbClr val="FF0000"/>
                </a:solidFill>
              </a:rPr>
              <a:t>merge sort algorithm</a:t>
            </a:r>
            <a:r>
              <a:rPr lang="zh-TW" sz="1000"/>
              <a:t>, </a:t>
            </a:r>
            <a:r>
              <a:rPr lang="zh-TW" sz="1000">
                <a:solidFill>
                  <a:srgbClr val="FF0000"/>
                </a:solidFill>
              </a:rPr>
              <a:t>menu management GUI </a:t>
            </a:r>
            <a:r>
              <a:rPr lang="zh-TW" sz="1000"/>
              <a:t>and controller, </a:t>
            </a:r>
            <a:r>
              <a:rPr lang="zh-TW" sz="1000">
                <a:solidFill>
                  <a:srgbClr val="FF0000"/>
                </a:solidFill>
              </a:rPr>
              <a:t>data management services</a:t>
            </a:r>
            <a:r>
              <a:rPr lang="zh-TW" sz="1000"/>
              <a:t>, and design templates for code implementation and slides</a:t>
            </a:r>
            <a:endParaRPr sz="1000"/>
          </a:p>
        </p:txBody>
      </p:sp>
      <p:sp>
        <p:nvSpPr>
          <p:cNvPr descr="header_3" id="849" name="Google Shape;849;p104"/>
          <p:cNvSpPr txBox="1"/>
          <p:nvPr>
            <p:ph idx="4294967295" type="body"/>
          </p:nvPr>
        </p:nvSpPr>
        <p:spPr>
          <a:xfrm>
            <a:off x="6284435" y="1474950"/>
            <a:ext cx="1613400" cy="507600"/>
          </a:xfrm>
          <a:prstGeom prst="rect">
            <a:avLst/>
          </a:prstGeom>
        </p:spPr>
        <p:txBody>
          <a:bodyPr anchorCtr="0" anchor="t" bIns="91425" lIns="0" spcFirstLastPara="1" rIns="91425" wrap="square" tIns="45700">
            <a:noAutofit/>
          </a:bodyPr>
          <a:lstStyle/>
          <a:p>
            <a:pPr indent="0" lvl="0" marL="0" rtl="0" algn="l">
              <a:lnSpc>
                <a:spcPct val="90000"/>
              </a:lnSpc>
              <a:spcBef>
                <a:spcPts val="0"/>
              </a:spcBef>
              <a:spcAft>
                <a:spcPts val="1200"/>
              </a:spcAft>
              <a:buNone/>
            </a:pPr>
            <a:r>
              <a:rPr b="1" lang="zh-TW"/>
              <a:t>Collaboration Approach</a:t>
            </a:r>
            <a:endParaRPr b="1"/>
          </a:p>
        </p:txBody>
      </p:sp>
      <p:sp>
        <p:nvSpPr>
          <p:cNvPr descr="detail_3" id="850" name="Google Shape;850;p104"/>
          <p:cNvSpPr txBox="1"/>
          <p:nvPr>
            <p:ph idx="4294967295" type="body"/>
          </p:nvPr>
        </p:nvSpPr>
        <p:spPr>
          <a:xfrm>
            <a:off x="6284461" y="1886550"/>
            <a:ext cx="1613400" cy="2769000"/>
          </a:xfrm>
          <a:prstGeom prst="rect">
            <a:avLst/>
          </a:prstGeom>
        </p:spPr>
        <p:txBody>
          <a:bodyPr anchorCtr="0" anchor="t" bIns="91425" lIns="0" spcFirstLastPara="1" rIns="91425" wrap="square" tIns="91425">
            <a:noAutofit/>
          </a:bodyPr>
          <a:lstStyle/>
          <a:p>
            <a:pPr indent="0" lvl="0" marL="0" rtl="0" algn="l">
              <a:lnSpc>
                <a:spcPct val="125000"/>
              </a:lnSpc>
              <a:spcBef>
                <a:spcPts val="0"/>
              </a:spcBef>
              <a:spcAft>
                <a:spcPts val="800"/>
              </a:spcAft>
              <a:buNone/>
            </a:pPr>
            <a:r>
              <a:rPr lang="zh-TW" sz="1000"/>
              <a:t>Weekly meetings, shared interfaces, code reviews, and consistent documentation ensured smooth integration and high code quality across modules.</a:t>
            </a:r>
            <a:endParaRPr sz="1000"/>
          </a:p>
        </p:txBody>
      </p:sp>
      <p:pic>
        <p:nvPicPr>
          <p:cNvPr descr="logo" id="851" name="Google Shape;851;p104"/>
          <p:cNvPicPr preferRelativeResize="0"/>
          <p:nvPr/>
        </p:nvPicPr>
        <p:blipFill>
          <a:blip r:embed="rId7">
            <a:alphaModFix/>
          </a:blip>
          <a:stretch>
            <a:fillRect/>
          </a:stretch>
        </p:blipFill>
        <p:spPr>
          <a:xfrm>
            <a:off x="311700" y="4799400"/>
            <a:ext cx="1805026" cy="1920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lus Default 2025">
  <a:themeElements>
    <a:clrScheme name="Simple Light">
      <a:dk1>
        <a:srgbClr val="201C20"/>
      </a:dk1>
      <a:lt1>
        <a:srgbClr val="FFFFFF"/>
      </a:lt1>
      <a:dk2>
        <a:srgbClr val="818198"/>
      </a:dk2>
      <a:lt2>
        <a:srgbClr val="F9F9FA"/>
      </a:lt2>
      <a:accent1>
        <a:srgbClr val="4340FF"/>
      </a:accent1>
      <a:accent2>
        <a:srgbClr val="211DB6"/>
      </a:accent2>
      <a:accent3>
        <a:srgbClr val="6E82FF"/>
      </a:accent3>
      <a:accent4>
        <a:srgbClr val="BED0FF"/>
      </a:accent4>
      <a:accent5>
        <a:srgbClr val="EBF2FF"/>
      </a:accent5>
      <a:accent6>
        <a:srgbClr val="141353"/>
      </a:accent6>
      <a:hlink>
        <a:srgbClr val="424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lus Default 2025">
  <a:themeElements>
    <a:clrScheme name="Simple Light">
      <a:dk1>
        <a:srgbClr val="201C20"/>
      </a:dk1>
      <a:lt1>
        <a:srgbClr val="FFFFFF"/>
      </a:lt1>
      <a:dk2>
        <a:srgbClr val="818198"/>
      </a:dk2>
      <a:lt2>
        <a:srgbClr val="F9F9FA"/>
      </a:lt2>
      <a:accent1>
        <a:srgbClr val="4340FF"/>
      </a:accent1>
      <a:accent2>
        <a:srgbClr val="211DB6"/>
      </a:accent2>
      <a:accent3>
        <a:srgbClr val="6E82FF"/>
      </a:accent3>
      <a:accent4>
        <a:srgbClr val="BED0FF"/>
      </a:accent4>
      <a:accent5>
        <a:srgbClr val="EBF2FF"/>
      </a:accent5>
      <a:accent6>
        <a:srgbClr val="141353"/>
      </a:accent6>
      <a:hlink>
        <a:srgbClr val="424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Plus Default 2025">
  <a:themeElements>
    <a:clrScheme name="Simple Light">
      <a:dk1>
        <a:srgbClr val="201C20"/>
      </a:dk1>
      <a:lt1>
        <a:srgbClr val="FFFFFF"/>
      </a:lt1>
      <a:dk2>
        <a:srgbClr val="818198"/>
      </a:dk2>
      <a:lt2>
        <a:srgbClr val="F9F9FA"/>
      </a:lt2>
      <a:accent1>
        <a:srgbClr val="4340FF"/>
      </a:accent1>
      <a:accent2>
        <a:srgbClr val="211DB6"/>
      </a:accent2>
      <a:accent3>
        <a:srgbClr val="6E82FF"/>
      </a:accent3>
      <a:accent4>
        <a:srgbClr val="BED0FF"/>
      </a:accent4>
      <a:accent5>
        <a:srgbClr val="EBF2FF"/>
      </a:accent5>
      <a:accent6>
        <a:srgbClr val="141353"/>
      </a:accent6>
      <a:hlink>
        <a:srgbClr val="424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